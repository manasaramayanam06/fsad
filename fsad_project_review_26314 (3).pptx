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72" r:id="rId11"/>
    <p:sldId id="264" r:id="rId12"/>
    <p:sldId id="273" r:id="rId13"/>
    <p:sldId id="266" r:id="rId14"/>
    <p:sldId id="269" r:id="rId15"/>
    <p:sldId id="267" r:id="rId16"/>
    <p:sldId id="268" r:id="rId17"/>
    <p:sldId id="270" r:id="rId18"/>
    <p:sldId id="265" r:id="rId19"/>
  </p:sldIdLst>
  <p:sldSz cx="18288000" cy="10287000"/>
  <p:notesSz cx="6858000" cy="9144000"/>
  <p:embeddedFontLs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Gotham" panose="020B0604020202020204" charset="0"/>
      <p:regular r:id="rId28"/>
    </p:embeddedFont>
    <p:embeddedFont>
      <p:font typeface="Gotham Bold Italics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22" autoAdjust="0"/>
  </p:normalViewPr>
  <p:slideViewPr>
    <p:cSldViewPr>
      <p:cViewPr varScale="1">
        <p:scale>
          <a:sx n="58" d="100"/>
          <a:sy n="58" d="100"/>
        </p:scale>
        <p:origin x="538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25-03-2026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SmartExam</a:t>
            </a:r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Online Examination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STUDENT NAME – VTU26314 – 23UECS0986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Hemamalini - Designation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This project is a comprehensive digital platform designed for modern online assessments.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The system provides a secure environment for students to access and complete exams.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It addresses the growing demand for remote, scalable, and efficient testing solutions.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-    This full-stack application ensures a seamless transition between user login and testing.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The interface displays a dynamic list of available exams tailored to the user profile.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An integrated real-time countdown timer is used to maintain strict exam integrity.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Automated logic provides instant score calculation immediately upon exam submission.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The secure logout functionality ensures that user sessions and data remain protected.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15173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Manual examination processes are often inefficient and lead to significant administrative delays.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Coordinating multiple assessments across a large user base without a centralized platform is difficult.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Managing strict time constraints for individual candidates is challenging without automated controls.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The lack of robust authentication protocols poses a risk to the integrity of the examination process.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Processing and calculating scores manually is a slow task that is highly prone to human error.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Existing non-automated setups often fail to provide a real-time environment for remote test-takers.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There is a clear need for a reliable, fully digital system that manages both users and exams simultaneously.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This project addresses these gaps by providing an integrated full-stack solution for instant assessment.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86991" y="1333500"/>
            <a:ext cx="15049500" cy="1043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To design and develop a centralized web-based assessment platform: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Develop a secure authentication system to manage user access and maintain data </a:t>
            </a:r>
          </a:p>
          <a:p>
            <a:pPr lvl="2"/>
            <a:r>
              <a:rPr lang="en-US" sz="2800" dirty="0"/>
              <a:t>      privacy.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Build a dynamic user interface that allows candidates to browse and select available  examinations easily.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Establish a seamless end-to-end workflow from secure login to a clean logout process.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-    To implement automated examination controls and result management:</a:t>
            </a:r>
          </a:p>
          <a:p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  Integrate a real-time countdown timer to enforce strict time limits and ensure a fair testing      </a:t>
            </a:r>
          </a:p>
          <a:p>
            <a:pPr lvl="2"/>
            <a:r>
              <a:rPr lang="en-US" sz="2800" dirty="0"/>
              <a:t>       environment. 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  Develop a server-side scoring engine to calculate results instantly and accurately upon    </a:t>
            </a:r>
          </a:p>
          <a:p>
            <a:pPr lvl="2"/>
            <a:r>
              <a:rPr lang="en-US" sz="2800" dirty="0"/>
              <a:t>        submission.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   Reduce administrative workload by automating the transition from test-taking to   </a:t>
            </a:r>
          </a:p>
          <a:p>
            <a:pPr lvl="2"/>
            <a:r>
              <a:rPr lang="en-US" sz="2800" dirty="0"/>
              <a:t>         performance  evaluation.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94864" y="1333500"/>
            <a:ext cx="14816736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Centralized Web Platform: A full-stack solution to manage the entire examination lifecycle.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Secure Access: Authentication module ensuring only registered users can access exams.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Automated Dashboard: Replaces manual coordination by displaying all available tests dynamically.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Precision Timing: Integrated countdown timer to enforce strict and fair session limits.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Instant Evaluation: Automated logic for immediate score calculation upon test submission.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Responsive Interface: An intuitive design that works seamlessly across various user devices.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Reduced Overhead: Minimizes administrative tasks by automating the assessment workflow.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Secure Session End: A robust logout protocol to terminate sessions once results are displayed.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819401" y="6881723"/>
            <a:ext cx="14935200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Input Layer: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Users securely authenticate and submit responses through </a:t>
            </a:r>
            <a:r>
              <a:rPr lang="en-US" sz="2800" dirty="0" err="1"/>
              <a:t>Thymeleaf</a:t>
            </a:r>
            <a:r>
              <a:rPr lang="en-US" sz="2800" dirty="0"/>
              <a:t> HTML templates (like login.html, exam.html).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The input data is then passed to the appropriate Java REST Controllers within the backend.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99A672A-ACCA-3CD2-572C-C6B25F4EA6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44751"/>
            <a:ext cx="5336972" cy="53369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DD4E41-876A-0F7C-60FB-6074D92EAD61}"/>
              </a:ext>
            </a:extLst>
          </p:cNvPr>
          <p:cNvSpPr txBox="1"/>
          <p:nvPr/>
        </p:nvSpPr>
        <p:spPr>
          <a:xfrm>
            <a:off x="1747418" y="571500"/>
            <a:ext cx="14935200" cy="13665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Processing Layer: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Controllers use core backend logic (such as in Auth/Exam Controllers) to validate users and handle real-time countdown timer operations.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Server-side evaluation logic calculates results immediately upon test submission.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Database Layer: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Spring Data JPA Repositories manage all database interactions, adhering to the standard layered architecture.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This layer handles the retrieval and secure storage of user profiles, exam questions, and student scores.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Output Layer: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 dynamic response is generated and rendered through the result.html template, providing immediate feedback to the student.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 system displays the final calculated total marks along with the user’s Pass/Fail status.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C24623-61B9-0E58-AB80-360FDACAF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35968"/>
            <a:ext cx="1371600" cy="642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076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1F14C9-70A1-8703-4BC2-00CDE1F50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516065"/>
            <a:ext cx="7239000" cy="7961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Frontend:  HTML5 &amp; </a:t>
            </a:r>
            <a:r>
              <a:rPr lang="en-US" sz="2800" dirty="0" err="1"/>
              <a:t>Thymeleaf</a:t>
            </a:r>
            <a:r>
              <a:rPr lang="en-US" sz="2800" dirty="0"/>
              <a:t> (Template Engine)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CSS3 (Custom Styling)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JavaScript (Timer Logic &amp; UI Interactivity)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Backend: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Java 17 (Core Language)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Spring Boot (Web Framework)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Spring Data JPA (ORM/Database Management)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Database: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MySQL / H2 Database 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44F080-5808-0728-063F-BCBF62F999BD}"/>
              </a:ext>
            </a:extLst>
          </p:cNvPr>
          <p:cNvSpPr txBox="1"/>
          <p:nvPr/>
        </p:nvSpPr>
        <p:spPr>
          <a:xfrm>
            <a:off x="1181100" y="495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D93478-8F48-28FF-CDCE-5D4A36808D90}"/>
              </a:ext>
            </a:extLst>
          </p:cNvPr>
          <p:cNvSpPr txBox="1"/>
          <p:nvPr/>
        </p:nvSpPr>
        <p:spPr>
          <a:xfrm>
            <a:off x="1143000" y="1065491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B52D0E-B4B7-9AB3-72AA-9078087C84BD}"/>
              </a:ext>
            </a:extLst>
          </p:cNvPr>
          <p:cNvSpPr txBox="1"/>
          <p:nvPr/>
        </p:nvSpPr>
        <p:spPr>
          <a:xfrm>
            <a:off x="2024575" y="647700"/>
            <a:ext cx="16916399" cy="1258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Tools: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Eclipse IDE (Development Environment)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Maven (Build Automation and Dependency Management)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Postman (API Testing)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Hardware/Software Requirements: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OS: Windows 10/11 or macOS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Processor: Intel i3 or higher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RAM: Minimum 8GB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Software: JDK 17+, Any Modern Web Browser (Chrome/Edge/Firefox)</a:t>
            </a:r>
          </a:p>
          <a:p>
            <a:pPr>
              <a:lnSpc>
                <a:spcPct val="200000"/>
              </a:lnSpc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110EEB-3DE4-18F0-CFF8-A4B01871D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00100"/>
            <a:ext cx="1376875" cy="769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76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800" b="1" dirty="0"/>
              <a:t>Module 1: User Management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Handles secure registration and login processes using AuthController.java.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Manages user data and session persistence through the Student entity and repository.</a:t>
            </a:r>
          </a:p>
          <a:p>
            <a:pPr>
              <a:lnSpc>
                <a:spcPct val="200000"/>
              </a:lnSpc>
            </a:pPr>
            <a:endParaRPr lang="en-IN" sz="2800" dirty="0"/>
          </a:p>
          <a:p>
            <a:pPr>
              <a:lnSpc>
                <a:spcPct val="200000"/>
              </a:lnSpc>
            </a:pPr>
            <a:r>
              <a:rPr lang="en-IN" sz="2800" b="1" dirty="0"/>
              <a:t>Module 2: Examination Dashboard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Dynamically retrieves and displays a list of available exams via ExamController.java.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Provides students with clear metadata including test titles, durations, and total marks.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FC1917-2357-BB38-08C9-CB21AEB39235}"/>
              </a:ext>
            </a:extLst>
          </p:cNvPr>
          <p:cNvSpPr txBox="1"/>
          <p:nvPr/>
        </p:nvSpPr>
        <p:spPr>
          <a:xfrm>
            <a:off x="1752600" y="11811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800" b="1" dirty="0"/>
              <a:t>Module 3: Core Exam Engine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Manages the active testing environment using QuestionController.java and exam.html.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Integrates a synchronized countdown timer to enforce strict session limits.</a:t>
            </a:r>
          </a:p>
          <a:p>
            <a:pPr>
              <a:lnSpc>
                <a:spcPct val="200000"/>
              </a:lnSpc>
            </a:pPr>
            <a:endParaRPr lang="en-US" sz="2800" b="1" dirty="0"/>
          </a:p>
          <a:p>
            <a:pPr>
              <a:lnSpc>
                <a:spcPct val="200000"/>
              </a:lnSpc>
            </a:pPr>
            <a:r>
              <a:rPr lang="en-US" sz="2800" b="1" dirty="0"/>
              <a:t>Module 4: Automated Evaluation and Results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Processes </a:t>
            </a:r>
            <a:r>
              <a:rPr lang="en-US" sz="2800" dirty="0" err="1"/>
              <a:t>AnswerRequest</a:t>
            </a:r>
            <a:r>
              <a:rPr lang="en-US" sz="2800" dirty="0"/>
              <a:t> data through SubmissionController.java for real-time grading.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Generates instant performance feedback and displays the final score on the result.html template.</a:t>
            </a:r>
            <a:endParaRPr lang="en-IN" sz="2800" dirty="0"/>
          </a:p>
          <a:p>
            <a:pPr>
              <a:lnSpc>
                <a:spcPct val="200000"/>
              </a:lnSpc>
            </a:pPr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9BB707-E2E3-03C2-9A2B-97E67696F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9" y="1193800"/>
            <a:ext cx="1551567" cy="692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180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Registration &amp; Login Page: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secure gateway that validates user credentials and manages new student registrations using Spring Security principles.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4C507C-6D50-B2F9-5946-CBA30D07C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701" y="2788432"/>
            <a:ext cx="5429304" cy="436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CE5AC7-C147-D8A1-55E7-C4DDEFBF2AFA}"/>
              </a:ext>
            </a:extLst>
          </p:cNvPr>
          <p:cNvSpPr txBox="1"/>
          <p:nvPr/>
        </p:nvSpPr>
        <p:spPr>
          <a:xfrm>
            <a:off x="1963294" y="1638300"/>
            <a:ext cx="14725627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Student Dashboard (Home Page):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dynamic landing page that retrieves and displays a live list of available exams, durations, and total marks from the database.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AC43E0-8F9A-3075-DC76-F66539303F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463" y="2920014"/>
            <a:ext cx="11971493" cy="39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B00093-C8BA-109D-7D70-1C5140017295}"/>
              </a:ext>
            </a:extLst>
          </p:cNvPr>
          <p:cNvSpPr txBox="1"/>
          <p:nvPr/>
        </p:nvSpPr>
        <p:spPr>
          <a:xfrm>
            <a:off x="1870048" y="1265170"/>
            <a:ext cx="14815114" cy="95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Examination Interface (Main Module):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dynamic landing page that retrieves and displays a live list of available exams, durations, and total marks from the database.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2DA5FE-6D99-48AA-2D1F-FE3ADBA1D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1" y="1935800"/>
            <a:ext cx="7162800" cy="643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A1B2BE-481B-42EA-12FB-066DE760D4E5}"/>
              </a:ext>
            </a:extLst>
          </p:cNvPr>
          <p:cNvSpPr txBox="1"/>
          <p:nvPr/>
        </p:nvSpPr>
        <p:spPr>
          <a:xfrm>
            <a:off x="1821094" y="1834660"/>
            <a:ext cx="15082325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Result Generation (Output Page):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controlled testing environment featuring a real-time countdown timer and an interactive layout for answering multiple-choice questions.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1CD878-A0BB-4DB6-A97A-009F33E1B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426" y="2911081"/>
            <a:ext cx="7706031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7F4B1D-2AC6-E34A-2D44-3629717679F8}"/>
              </a:ext>
            </a:extLst>
          </p:cNvPr>
          <p:cNvSpPr txBox="1"/>
          <p:nvPr/>
        </p:nvSpPr>
        <p:spPr>
          <a:xfrm>
            <a:off x="1977995" y="1376181"/>
            <a:ext cx="15082325" cy="100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800" b="1" dirty="0"/>
              <a:t>-  </a:t>
            </a:r>
            <a:r>
              <a:rPr lang="en-US" sz="2800" b="1" dirty="0"/>
              <a:t>Advantages: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Instant Evaluation: Automates the grading process, providing students with immediate scores and Pass/Fail status upon submission.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Time Discipline: Enforces strict exam integrity using a real-time countdown timer that automatically closes the session when time expires.</a:t>
            </a:r>
          </a:p>
          <a:p>
            <a:pPr>
              <a:lnSpc>
                <a:spcPct val="200000"/>
              </a:lnSpc>
            </a:pPr>
            <a:r>
              <a:rPr lang="en-US" sz="2800" b="1" dirty="0"/>
              <a:t>-  Limitations: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Connectivity Dependency: Requires a continuous and stable internet connection to ensure data sync between the frontend and the database.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Assessment Scope: Currently restricted to Multiple Choice Questions (MCQs), lacking support for descriptive answers or file uploads.</a:t>
            </a:r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1272</Words>
  <Application>Microsoft Office PowerPoint</Application>
  <PresentationFormat>Custom</PresentationFormat>
  <Paragraphs>470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Bookman Old Style</vt:lpstr>
      <vt:lpstr>Arial</vt:lpstr>
      <vt:lpstr>Calibri</vt:lpstr>
      <vt:lpstr>Times New Roman</vt:lpstr>
      <vt:lpstr>Cambria</vt:lpstr>
      <vt:lpstr>Gotham</vt:lpstr>
      <vt:lpstr>Gotham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Prasanna Tejaswi</dc:creator>
  <cp:lastModifiedBy>Prasanna Tejaswi</cp:lastModifiedBy>
  <cp:revision>12</cp:revision>
  <dcterms:created xsi:type="dcterms:W3CDTF">2006-08-16T00:00:00Z</dcterms:created>
  <dcterms:modified xsi:type="dcterms:W3CDTF">2026-03-24T21:12:08Z</dcterms:modified>
  <dc:identifier>DAHCaYqJ9OU</dc:identifier>
</cp:coreProperties>
</file>