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9753600" cy="7315200"/>
  <p:notesSz cx="9753600" cy="73152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12047" y="860752"/>
            <a:ext cx="5525135" cy="6718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1" i="0">
                <a:solidFill>
                  <a:srgbClr val="00C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63040" y="4096512"/>
            <a:ext cx="682752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6A240C"/>
                </a:solidFill>
                <a:latin typeface="Cambria"/>
                <a:cs typeface="Cambria"/>
              </a:defRPr>
            </a:lvl1pPr>
          </a:lstStyle>
          <a:p>
            <a:pPr marL="617855">
              <a:lnSpc>
                <a:spcPts val="1150"/>
              </a:lnSpc>
            </a:pPr>
            <a:r>
              <a:rPr dirty="0" sz="1050" spc="85">
                <a:solidFill>
                  <a:srgbClr val="6A240A"/>
                </a:solidFill>
              </a:rPr>
              <a:t>BATCH</a:t>
            </a:r>
            <a:r>
              <a:rPr dirty="0" sz="1050" spc="60">
                <a:solidFill>
                  <a:srgbClr val="6A240A"/>
                </a:solidFill>
              </a:rPr>
              <a:t> </a:t>
            </a:r>
            <a:r>
              <a:rPr dirty="0" sz="1050" spc="70">
                <a:solidFill>
                  <a:srgbClr val="6A240A"/>
                </a:solidFill>
              </a:rPr>
              <a:t>NO:</a:t>
            </a:r>
            <a:r>
              <a:rPr dirty="0" sz="1050" spc="60">
                <a:solidFill>
                  <a:srgbClr val="6A240A"/>
                </a:solidFill>
              </a:rPr>
              <a:t> </a:t>
            </a:r>
            <a:r>
              <a:rPr dirty="0" sz="1050" spc="-25">
                <a:solidFill>
                  <a:srgbClr val="6A240A"/>
                </a:solidFill>
              </a:rPr>
              <a:t>227</a:t>
            </a:r>
            <a:endParaRPr sz="105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6A240A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14-</a:t>
            </a:r>
            <a:r>
              <a:rPr dirty="0" spc="95"/>
              <a:t>04-</a:t>
            </a: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chemeClr val="bg1"/>
                </a:solidFill>
                <a:latin typeface="Palatino Linotype"/>
                <a:cs typeface="Palatino Linotype"/>
              </a:defRPr>
            </a:lvl1pPr>
          </a:lstStyle>
          <a:p>
            <a:pPr marL="67945">
              <a:lnSpc>
                <a:spcPts val="1255"/>
              </a:lnSpc>
            </a:pPr>
            <a:fld id="{81D60167-4931-47E6-BA6A-407CBD079E47}" type="slidenum">
              <a:rPr dirty="0" cap="small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1" i="0">
                <a:solidFill>
                  <a:srgbClr val="00C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6A240C"/>
                </a:solidFill>
                <a:latin typeface="Cambria"/>
                <a:cs typeface="Cambria"/>
              </a:defRPr>
            </a:lvl1pPr>
          </a:lstStyle>
          <a:p>
            <a:pPr marL="617855">
              <a:lnSpc>
                <a:spcPts val="1150"/>
              </a:lnSpc>
            </a:pPr>
            <a:r>
              <a:rPr dirty="0" sz="1050" spc="85">
                <a:solidFill>
                  <a:srgbClr val="6A240A"/>
                </a:solidFill>
              </a:rPr>
              <a:t>BATCH</a:t>
            </a:r>
            <a:r>
              <a:rPr dirty="0" sz="1050" spc="60">
                <a:solidFill>
                  <a:srgbClr val="6A240A"/>
                </a:solidFill>
              </a:rPr>
              <a:t> </a:t>
            </a:r>
            <a:r>
              <a:rPr dirty="0" sz="1050" spc="70">
                <a:solidFill>
                  <a:srgbClr val="6A240A"/>
                </a:solidFill>
              </a:rPr>
              <a:t>NO:</a:t>
            </a:r>
            <a:r>
              <a:rPr dirty="0" sz="1050" spc="60">
                <a:solidFill>
                  <a:srgbClr val="6A240A"/>
                </a:solidFill>
              </a:rPr>
              <a:t> </a:t>
            </a:r>
            <a:r>
              <a:rPr dirty="0" sz="1050" spc="-25">
                <a:solidFill>
                  <a:srgbClr val="6A240A"/>
                </a:solidFill>
              </a:rPr>
              <a:t>227</a:t>
            </a:r>
            <a:endParaRPr sz="105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6A240A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14-</a:t>
            </a:r>
            <a:r>
              <a:rPr dirty="0" spc="95"/>
              <a:t>04-</a:t>
            </a: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chemeClr val="bg1"/>
                </a:solidFill>
                <a:latin typeface="Palatino Linotype"/>
                <a:cs typeface="Palatino Linotype"/>
              </a:defRPr>
            </a:lvl1pPr>
          </a:lstStyle>
          <a:p>
            <a:pPr marL="67945">
              <a:lnSpc>
                <a:spcPts val="1255"/>
              </a:lnSpc>
            </a:pPr>
            <a:fld id="{81D60167-4931-47E6-BA6A-407CBD079E47}" type="slidenum">
              <a:rPr dirty="0" cap="small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1" i="0">
                <a:solidFill>
                  <a:srgbClr val="00C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87680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023104" y="1682496"/>
            <a:ext cx="4242816" cy="48280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6A240C"/>
                </a:solidFill>
                <a:latin typeface="Cambria"/>
                <a:cs typeface="Cambria"/>
              </a:defRPr>
            </a:lvl1pPr>
          </a:lstStyle>
          <a:p>
            <a:pPr marL="617855">
              <a:lnSpc>
                <a:spcPts val="1150"/>
              </a:lnSpc>
            </a:pPr>
            <a:r>
              <a:rPr dirty="0" sz="1050" spc="85">
                <a:solidFill>
                  <a:srgbClr val="6A240A"/>
                </a:solidFill>
              </a:rPr>
              <a:t>BATCH</a:t>
            </a:r>
            <a:r>
              <a:rPr dirty="0" sz="1050" spc="60">
                <a:solidFill>
                  <a:srgbClr val="6A240A"/>
                </a:solidFill>
              </a:rPr>
              <a:t> </a:t>
            </a:r>
            <a:r>
              <a:rPr dirty="0" sz="1050" spc="70">
                <a:solidFill>
                  <a:srgbClr val="6A240A"/>
                </a:solidFill>
              </a:rPr>
              <a:t>NO:</a:t>
            </a:r>
            <a:r>
              <a:rPr dirty="0" sz="1050" spc="60">
                <a:solidFill>
                  <a:srgbClr val="6A240A"/>
                </a:solidFill>
              </a:rPr>
              <a:t> </a:t>
            </a:r>
            <a:r>
              <a:rPr dirty="0" sz="1050" spc="-25">
                <a:solidFill>
                  <a:srgbClr val="6A240A"/>
                </a:solidFill>
              </a:rPr>
              <a:t>227</a:t>
            </a:r>
            <a:endParaRPr sz="1050"/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6A240A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14-</a:t>
            </a:r>
            <a:r>
              <a:rPr dirty="0" spc="95"/>
              <a:t>04-</a:t>
            </a:r>
            <a:r>
              <a:rPr dirty="0" spc="-20"/>
              <a:t>2026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chemeClr val="bg1"/>
                </a:solidFill>
                <a:latin typeface="Palatino Linotype"/>
                <a:cs typeface="Palatino Linotype"/>
              </a:defRPr>
            </a:lvl1pPr>
          </a:lstStyle>
          <a:p>
            <a:pPr marL="67945">
              <a:lnSpc>
                <a:spcPts val="1255"/>
              </a:lnSpc>
            </a:pPr>
            <a:fld id="{81D60167-4931-47E6-BA6A-407CBD079E47}" type="slidenum">
              <a:rPr dirty="0" cap="small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1" i="0">
                <a:solidFill>
                  <a:srgbClr val="00C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6A240C"/>
                </a:solidFill>
                <a:latin typeface="Cambria"/>
                <a:cs typeface="Cambria"/>
              </a:defRPr>
            </a:lvl1pPr>
          </a:lstStyle>
          <a:p>
            <a:pPr marL="617855">
              <a:lnSpc>
                <a:spcPts val="1150"/>
              </a:lnSpc>
            </a:pPr>
            <a:r>
              <a:rPr dirty="0" sz="1050" spc="85">
                <a:solidFill>
                  <a:srgbClr val="6A240A"/>
                </a:solidFill>
              </a:rPr>
              <a:t>BATCH</a:t>
            </a:r>
            <a:r>
              <a:rPr dirty="0" sz="1050" spc="60">
                <a:solidFill>
                  <a:srgbClr val="6A240A"/>
                </a:solidFill>
              </a:rPr>
              <a:t> </a:t>
            </a:r>
            <a:r>
              <a:rPr dirty="0" sz="1050" spc="70">
                <a:solidFill>
                  <a:srgbClr val="6A240A"/>
                </a:solidFill>
              </a:rPr>
              <a:t>NO:</a:t>
            </a:r>
            <a:r>
              <a:rPr dirty="0" sz="1050" spc="60">
                <a:solidFill>
                  <a:srgbClr val="6A240A"/>
                </a:solidFill>
              </a:rPr>
              <a:t> </a:t>
            </a:r>
            <a:r>
              <a:rPr dirty="0" sz="1050" spc="-25">
                <a:solidFill>
                  <a:srgbClr val="6A240A"/>
                </a:solidFill>
              </a:rPr>
              <a:t>227</a:t>
            </a:r>
            <a:endParaRPr sz="1050"/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6A240A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14-</a:t>
            </a:r>
            <a:r>
              <a:rPr dirty="0" spc="95"/>
              <a:t>04-</a:t>
            </a:r>
            <a:r>
              <a:rPr dirty="0" spc="-2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chemeClr val="bg1"/>
                </a:solidFill>
                <a:latin typeface="Palatino Linotype"/>
                <a:cs typeface="Palatino Linotype"/>
              </a:defRPr>
            </a:lvl1pPr>
          </a:lstStyle>
          <a:p>
            <a:pPr marL="67945">
              <a:lnSpc>
                <a:spcPts val="1255"/>
              </a:lnSpc>
            </a:pPr>
            <a:fld id="{81D60167-4931-47E6-BA6A-407CBD079E47}" type="slidenum">
              <a:rPr dirty="0" cap="small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77296" y="6658726"/>
            <a:ext cx="419385" cy="41938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123082" y="6704513"/>
            <a:ext cx="354965" cy="354965"/>
          </a:xfrm>
          <a:custGeom>
            <a:avLst/>
            <a:gdLst/>
            <a:ahLst/>
            <a:cxnLst/>
            <a:rect l="l" t="t" r="r" b="b"/>
            <a:pathLst>
              <a:path w="354965" h="354965">
                <a:moveTo>
                  <a:pt x="7810" y="184785"/>
                </a:moveTo>
                <a:lnTo>
                  <a:pt x="1905" y="183261"/>
                </a:lnTo>
                <a:lnTo>
                  <a:pt x="508" y="181236"/>
                </a:lnTo>
                <a:lnTo>
                  <a:pt x="0" y="177450"/>
                </a:lnTo>
                <a:lnTo>
                  <a:pt x="9" y="176672"/>
                </a:lnTo>
                <a:lnTo>
                  <a:pt x="6338" y="130274"/>
                </a:lnTo>
                <a:lnTo>
                  <a:pt x="24225" y="87884"/>
                </a:lnTo>
                <a:lnTo>
                  <a:pt x="51971" y="51970"/>
                </a:lnTo>
                <a:lnTo>
                  <a:pt x="87884" y="24225"/>
                </a:lnTo>
                <a:lnTo>
                  <a:pt x="130274" y="6338"/>
                </a:lnTo>
                <a:lnTo>
                  <a:pt x="177450" y="0"/>
                </a:lnTo>
                <a:lnTo>
                  <a:pt x="177450" y="13525"/>
                </a:lnTo>
                <a:lnTo>
                  <a:pt x="133889" y="19377"/>
                </a:lnTo>
                <a:lnTo>
                  <a:pt x="94735" y="35895"/>
                </a:lnTo>
                <a:lnTo>
                  <a:pt x="61555" y="61519"/>
                </a:lnTo>
                <a:lnTo>
                  <a:pt x="35916" y="94692"/>
                </a:lnTo>
                <a:lnTo>
                  <a:pt x="19384" y="133855"/>
                </a:lnTo>
                <a:lnTo>
                  <a:pt x="14511" y="170116"/>
                </a:lnTo>
                <a:lnTo>
                  <a:pt x="5715" y="170116"/>
                </a:lnTo>
                <a:lnTo>
                  <a:pt x="2667" y="171259"/>
                </a:lnTo>
                <a:lnTo>
                  <a:pt x="1047" y="173831"/>
                </a:lnTo>
                <a:lnTo>
                  <a:pt x="12477" y="181070"/>
                </a:lnTo>
                <a:lnTo>
                  <a:pt x="10858" y="183642"/>
                </a:lnTo>
                <a:lnTo>
                  <a:pt x="7810" y="184785"/>
                </a:lnTo>
                <a:close/>
              </a:path>
              <a:path w="354965" h="354965">
                <a:moveTo>
                  <a:pt x="241886" y="341280"/>
                </a:moveTo>
                <a:lnTo>
                  <a:pt x="177546" y="341280"/>
                </a:lnTo>
                <a:lnTo>
                  <a:pt x="221141" y="335428"/>
                </a:lnTo>
                <a:lnTo>
                  <a:pt x="260304" y="318911"/>
                </a:lnTo>
                <a:lnTo>
                  <a:pt x="293477" y="293286"/>
                </a:lnTo>
                <a:lnTo>
                  <a:pt x="319101" y="260113"/>
                </a:lnTo>
                <a:lnTo>
                  <a:pt x="335619" y="220950"/>
                </a:lnTo>
                <a:lnTo>
                  <a:pt x="341458" y="177450"/>
                </a:lnTo>
                <a:lnTo>
                  <a:pt x="341379" y="176672"/>
                </a:lnTo>
                <a:lnTo>
                  <a:pt x="335624" y="133855"/>
                </a:lnTo>
                <a:lnTo>
                  <a:pt x="319106" y="94692"/>
                </a:lnTo>
                <a:lnTo>
                  <a:pt x="293466" y="61519"/>
                </a:lnTo>
                <a:lnTo>
                  <a:pt x="260265" y="35895"/>
                </a:lnTo>
                <a:lnTo>
                  <a:pt x="221069" y="19377"/>
                </a:lnTo>
                <a:lnTo>
                  <a:pt x="177450" y="13525"/>
                </a:lnTo>
                <a:lnTo>
                  <a:pt x="177450" y="0"/>
                </a:lnTo>
                <a:lnTo>
                  <a:pt x="224627" y="6338"/>
                </a:lnTo>
                <a:lnTo>
                  <a:pt x="267017" y="24225"/>
                </a:lnTo>
                <a:lnTo>
                  <a:pt x="302930" y="51970"/>
                </a:lnTo>
                <a:lnTo>
                  <a:pt x="330676" y="87884"/>
                </a:lnTo>
                <a:lnTo>
                  <a:pt x="348563" y="130274"/>
                </a:lnTo>
                <a:lnTo>
                  <a:pt x="354815" y="176672"/>
                </a:lnTo>
                <a:lnTo>
                  <a:pt x="354920" y="177450"/>
                </a:lnTo>
                <a:lnTo>
                  <a:pt x="348563" y="224627"/>
                </a:lnTo>
                <a:lnTo>
                  <a:pt x="330676" y="267017"/>
                </a:lnTo>
                <a:lnTo>
                  <a:pt x="302930" y="302930"/>
                </a:lnTo>
                <a:lnTo>
                  <a:pt x="267017" y="330676"/>
                </a:lnTo>
                <a:lnTo>
                  <a:pt x="241886" y="341280"/>
                </a:lnTo>
                <a:close/>
              </a:path>
              <a:path w="354965" h="354965">
                <a:moveTo>
                  <a:pt x="14619" y="184785"/>
                </a:moveTo>
                <a:lnTo>
                  <a:pt x="7810" y="184785"/>
                </a:lnTo>
                <a:lnTo>
                  <a:pt x="10858" y="183642"/>
                </a:lnTo>
                <a:lnTo>
                  <a:pt x="12373" y="181236"/>
                </a:lnTo>
                <a:lnTo>
                  <a:pt x="12477" y="181070"/>
                </a:lnTo>
                <a:lnTo>
                  <a:pt x="1047" y="173831"/>
                </a:lnTo>
                <a:lnTo>
                  <a:pt x="2667" y="171259"/>
                </a:lnTo>
                <a:lnTo>
                  <a:pt x="5715" y="170116"/>
                </a:lnTo>
                <a:lnTo>
                  <a:pt x="11620" y="171640"/>
                </a:lnTo>
                <a:lnTo>
                  <a:pt x="13620" y="174402"/>
                </a:lnTo>
                <a:lnTo>
                  <a:pt x="13633" y="177450"/>
                </a:lnTo>
                <a:lnTo>
                  <a:pt x="14619" y="184785"/>
                </a:lnTo>
                <a:close/>
              </a:path>
              <a:path w="354965" h="354965">
                <a:moveTo>
                  <a:pt x="13630" y="176672"/>
                </a:moveTo>
                <a:lnTo>
                  <a:pt x="13620" y="174402"/>
                </a:lnTo>
                <a:lnTo>
                  <a:pt x="11620" y="171640"/>
                </a:lnTo>
                <a:lnTo>
                  <a:pt x="5715" y="170116"/>
                </a:lnTo>
                <a:lnTo>
                  <a:pt x="14511" y="170116"/>
                </a:lnTo>
                <a:lnTo>
                  <a:pt x="13630" y="176672"/>
                </a:lnTo>
                <a:close/>
              </a:path>
              <a:path w="354965" h="354965">
                <a:moveTo>
                  <a:pt x="486" y="181070"/>
                </a:moveTo>
                <a:lnTo>
                  <a:pt x="0" y="180498"/>
                </a:lnTo>
                <a:lnTo>
                  <a:pt x="0" y="177450"/>
                </a:lnTo>
                <a:lnTo>
                  <a:pt x="409" y="180498"/>
                </a:lnTo>
                <a:lnTo>
                  <a:pt x="486" y="181070"/>
                </a:lnTo>
                <a:close/>
              </a:path>
              <a:path w="354965" h="354965">
                <a:moveTo>
                  <a:pt x="177450" y="354901"/>
                </a:moveTo>
                <a:lnTo>
                  <a:pt x="130274" y="348563"/>
                </a:lnTo>
                <a:lnTo>
                  <a:pt x="87884" y="330676"/>
                </a:lnTo>
                <a:lnTo>
                  <a:pt x="51971" y="302930"/>
                </a:lnTo>
                <a:lnTo>
                  <a:pt x="24225" y="267017"/>
                </a:lnTo>
                <a:lnTo>
                  <a:pt x="6338" y="224627"/>
                </a:lnTo>
                <a:lnTo>
                  <a:pt x="508" y="181236"/>
                </a:lnTo>
                <a:lnTo>
                  <a:pt x="1905" y="183261"/>
                </a:lnTo>
                <a:lnTo>
                  <a:pt x="7810" y="184785"/>
                </a:lnTo>
                <a:lnTo>
                  <a:pt x="14619" y="184785"/>
                </a:lnTo>
                <a:lnTo>
                  <a:pt x="19486" y="220950"/>
                </a:lnTo>
                <a:lnTo>
                  <a:pt x="36023" y="260113"/>
                </a:lnTo>
                <a:lnTo>
                  <a:pt x="61661" y="293286"/>
                </a:lnTo>
                <a:lnTo>
                  <a:pt x="94838" y="318911"/>
                </a:lnTo>
                <a:lnTo>
                  <a:pt x="134000" y="335428"/>
                </a:lnTo>
                <a:lnTo>
                  <a:pt x="177546" y="341280"/>
                </a:lnTo>
                <a:lnTo>
                  <a:pt x="241886" y="341280"/>
                </a:lnTo>
                <a:lnTo>
                  <a:pt x="225634" y="348138"/>
                </a:lnTo>
                <a:lnTo>
                  <a:pt x="177450" y="348138"/>
                </a:lnTo>
                <a:lnTo>
                  <a:pt x="177450" y="354901"/>
                </a:lnTo>
                <a:close/>
              </a:path>
              <a:path w="354965" h="354965">
                <a:moveTo>
                  <a:pt x="177450" y="354901"/>
                </a:moveTo>
                <a:lnTo>
                  <a:pt x="177450" y="348138"/>
                </a:lnTo>
                <a:lnTo>
                  <a:pt x="225634" y="348138"/>
                </a:lnTo>
                <a:lnTo>
                  <a:pt x="224627" y="348563"/>
                </a:lnTo>
                <a:lnTo>
                  <a:pt x="177450" y="3549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88754" y="492509"/>
            <a:ext cx="1207845" cy="120784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03425" y="888625"/>
            <a:ext cx="3316319" cy="77114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6A240C"/>
                </a:solidFill>
                <a:latin typeface="Cambria"/>
                <a:cs typeface="Cambria"/>
              </a:defRPr>
            </a:lvl1pPr>
          </a:lstStyle>
          <a:p>
            <a:pPr marL="617855">
              <a:lnSpc>
                <a:spcPts val="1150"/>
              </a:lnSpc>
            </a:pPr>
            <a:r>
              <a:rPr dirty="0" sz="1050" spc="85">
                <a:solidFill>
                  <a:srgbClr val="6A240A"/>
                </a:solidFill>
              </a:rPr>
              <a:t>BATCH</a:t>
            </a:r>
            <a:r>
              <a:rPr dirty="0" sz="1050" spc="60">
                <a:solidFill>
                  <a:srgbClr val="6A240A"/>
                </a:solidFill>
              </a:rPr>
              <a:t> </a:t>
            </a:r>
            <a:r>
              <a:rPr dirty="0" sz="1050" spc="70">
                <a:solidFill>
                  <a:srgbClr val="6A240A"/>
                </a:solidFill>
              </a:rPr>
              <a:t>NO:</a:t>
            </a:r>
            <a:r>
              <a:rPr dirty="0" sz="1050" spc="60">
                <a:solidFill>
                  <a:srgbClr val="6A240A"/>
                </a:solidFill>
              </a:rPr>
              <a:t> </a:t>
            </a:r>
            <a:r>
              <a:rPr dirty="0" sz="1050" spc="-25">
                <a:solidFill>
                  <a:srgbClr val="6A240A"/>
                </a:solidFill>
              </a:rPr>
              <a:t>227</a:t>
            </a:r>
            <a:endParaRPr sz="1050"/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6A240A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14-</a:t>
            </a:r>
            <a:r>
              <a:rPr dirty="0" spc="95"/>
              <a:t>04-</a:t>
            </a:r>
            <a:r>
              <a:rPr dirty="0" spc="-2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chemeClr val="bg1"/>
                </a:solidFill>
                <a:latin typeface="Palatino Linotype"/>
                <a:cs typeface="Palatino Linotype"/>
              </a:defRPr>
            </a:lvl1pPr>
          </a:lstStyle>
          <a:p>
            <a:pPr marL="67945">
              <a:lnSpc>
                <a:spcPts val="1255"/>
              </a:lnSpc>
            </a:pPr>
            <a:fld id="{81D60167-4931-47E6-BA6A-407CBD079E47}" type="slidenum">
              <a:rPr dirty="0" cap="small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77296" y="6658726"/>
            <a:ext cx="419385" cy="41938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123082" y="6704513"/>
            <a:ext cx="354965" cy="354965"/>
          </a:xfrm>
          <a:custGeom>
            <a:avLst/>
            <a:gdLst/>
            <a:ahLst/>
            <a:cxnLst/>
            <a:rect l="l" t="t" r="r" b="b"/>
            <a:pathLst>
              <a:path w="354965" h="354965">
                <a:moveTo>
                  <a:pt x="7810" y="184785"/>
                </a:moveTo>
                <a:lnTo>
                  <a:pt x="1905" y="183261"/>
                </a:lnTo>
                <a:lnTo>
                  <a:pt x="508" y="181236"/>
                </a:lnTo>
                <a:lnTo>
                  <a:pt x="0" y="177450"/>
                </a:lnTo>
                <a:lnTo>
                  <a:pt x="9" y="176672"/>
                </a:lnTo>
                <a:lnTo>
                  <a:pt x="6338" y="130274"/>
                </a:lnTo>
                <a:lnTo>
                  <a:pt x="24225" y="87884"/>
                </a:lnTo>
                <a:lnTo>
                  <a:pt x="51971" y="51970"/>
                </a:lnTo>
                <a:lnTo>
                  <a:pt x="87884" y="24225"/>
                </a:lnTo>
                <a:lnTo>
                  <a:pt x="130274" y="6338"/>
                </a:lnTo>
                <a:lnTo>
                  <a:pt x="177450" y="0"/>
                </a:lnTo>
                <a:lnTo>
                  <a:pt x="177450" y="13525"/>
                </a:lnTo>
                <a:lnTo>
                  <a:pt x="133889" y="19377"/>
                </a:lnTo>
                <a:lnTo>
                  <a:pt x="94735" y="35895"/>
                </a:lnTo>
                <a:lnTo>
                  <a:pt x="61555" y="61519"/>
                </a:lnTo>
                <a:lnTo>
                  <a:pt x="35916" y="94692"/>
                </a:lnTo>
                <a:lnTo>
                  <a:pt x="19384" y="133855"/>
                </a:lnTo>
                <a:lnTo>
                  <a:pt x="14511" y="170116"/>
                </a:lnTo>
                <a:lnTo>
                  <a:pt x="5715" y="170116"/>
                </a:lnTo>
                <a:lnTo>
                  <a:pt x="2667" y="171259"/>
                </a:lnTo>
                <a:lnTo>
                  <a:pt x="1047" y="173831"/>
                </a:lnTo>
                <a:lnTo>
                  <a:pt x="12477" y="181070"/>
                </a:lnTo>
                <a:lnTo>
                  <a:pt x="10858" y="183642"/>
                </a:lnTo>
                <a:lnTo>
                  <a:pt x="7810" y="184785"/>
                </a:lnTo>
                <a:close/>
              </a:path>
              <a:path w="354965" h="354965">
                <a:moveTo>
                  <a:pt x="241886" y="341280"/>
                </a:moveTo>
                <a:lnTo>
                  <a:pt x="177546" y="341280"/>
                </a:lnTo>
                <a:lnTo>
                  <a:pt x="221141" y="335428"/>
                </a:lnTo>
                <a:lnTo>
                  <a:pt x="260304" y="318911"/>
                </a:lnTo>
                <a:lnTo>
                  <a:pt x="293477" y="293286"/>
                </a:lnTo>
                <a:lnTo>
                  <a:pt x="319101" y="260113"/>
                </a:lnTo>
                <a:lnTo>
                  <a:pt x="335619" y="220950"/>
                </a:lnTo>
                <a:lnTo>
                  <a:pt x="341458" y="177450"/>
                </a:lnTo>
                <a:lnTo>
                  <a:pt x="341379" y="176672"/>
                </a:lnTo>
                <a:lnTo>
                  <a:pt x="335624" y="133855"/>
                </a:lnTo>
                <a:lnTo>
                  <a:pt x="319106" y="94692"/>
                </a:lnTo>
                <a:lnTo>
                  <a:pt x="293466" y="61519"/>
                </a:lnTo>
                <a:lnTo>
                  <a:pt x="260265" y="35895"/>
                </a:lnTo>
                <a:lnTo>
                  <a:pt x="221069" y="19377"/>
                </a:lnTo>
                <a:lnTo>
                  <a:pt x="177450" y="13525"/>
                </a:lnTo>
                <a:lnTo>
                  <a:pt x="177450" y="0"/>
                </a:lnTo>
                <a:lnTo>
                  <a:pt x="224627" y="6338"/>
                </a:lnTo>
                <a:lnTo>
                  <a:pt x="267017" y="24225"/>
                </a:lnTo>
                <a:lnTo>
                  <a:pt x="302930" y="51970"/>
                </a:lnTo>
                <a:lnTo>
                  <a:pt x="330676" y="87884"/>
                </a:lnTo>
                <a:lnTo>
                  <a:pt x="348563" y="130274"/>
                </a:lnTo>
                <a:lnTo>
                  <a:pt x="354815" y="176672"/>
                </a:lnTo>
                <a:lnTo>
                  <a:pt x="354920" y="177450"/>
                </a:lnTo>
                <a:lnTo>
                  <a:pt x="348563" y="224627"/>
                </a:lnTo>
                <a:lnTo>
                  <a:pt x="330676" y="267017"/>
                </a:lnTo>
                <a:lnTo>
                  <a:pt x="302930" y="302930"/>
                </a:lnTo>
                <a:lnTo>
                  <a:pt x="267017" y="330676"/>
                </a:lnTo>
                <a:lnTo>
                  <a:pt x="241886" y="341280"/>
                </a:lnTo>
                <a:close/>
              </a:path>
              <a:path w="354965" h="354965">
                <a:moveTo>
                  <a:pt x="14619" y="184785"/>
                </a:moveTo>
                <a:lnTo>
                  <a:pt x="7810" y="184785"/>
                </a:lnTo>
                <a:lnTo>
                  <a:pt x="10858" y="183642"/>
                </a:lnTo>
                <a:lnTo>
                  <a:pt x="12373" y="181236"/>
                </a:lnTo>
                <a:lnTo>
                  <a:pt x="12477" y="181070"/>
                </a:lnTo>
                <a:lnTo>
                  <a:pt x="1047" y="173831"/>
                </a:lnTo>
                <a:lnTo>
                  <a:pt x="2667" y="171259"/>
                </a:lnTo>
                <a:lnTo>
                  <a:pt x="5715" y="170116"/>
                </a:lnTo>
                <a:lnTo>
                  <a:pt x="11620" y="171640"/>
                </a:lnTo>
                <a:lnTo>
                  <a:pt x="13620" y="174402"/>
                </a:lnTo>
                <a:lnTo>
                  <a:pt x="13633" y="177450"/>
                </a:lnTo>
                <a:lnTo>
                  <a:pt x="14619" y="184785"/>
                </a:lnTo>
                <a:close/>
              </a:path>
              <a:path w="354965" h="354965">
                <a:moveTo>
                  <a:pt x="13630" y="176672"/>
                </a:moveTo>
                <a:lnTo>
                  <a:pt x="13620" y="174402"/>
                </a:lnTo>
                <a:lnTo>
                  <a:pt x="11620" y="171640"/>
                </a:lnTo>
                <a:lnTo>
                  <a:pt x="5715" y="170116"/>
                </a:lnTo>
                <a:lnTo>
                  <a:pt x="14511" y="170116"/>
                </a:lnTo>
                <a:lnTo>
                  <a:pt x="13630" y="176672"/>
                </a:lnTo>
                <a:close/>
              </a:path>
              <a:path w="354965" h="354965">
                <a:moveTo>
                  <a:pt x="486" y="181070"/>
                </a:moveTo>
                <a:lnTo>
                  <a:pt x="0" y="180498"/>
                </a:lnTo>
                <a:lnTo>
                  <a:pt x="0" y="177450"/>
                </a:lnTo>
                <a:lnTo>
                  <a:pt x="409" y="180498"/>
                </a:lnTo>
                <a:lnTo>
                  <a:pt x="486" y="181070"/>
                </a:lnTo>
                <a:close/>
              </a:path>
              <a:path w="354965" h="354965">
                <a:moveTo>
                  <a:pt x="177450" y="354901"/>
                </a:moveTo>
                <a:lnTo>
                  <a:pt x="130274" y="348563"/>
                </a:lnTo>
                <a:lnTo>
                  <a:pt x="87884" y="330676"/>
                </a:lnTo>
                <a:lnTo>
                  <a:pt x="51971" y="302930"/>
                </a:lnTo>
                <a:lnTo>
                  <a:pt x="24225" y="267017"/>
                </a:lnTo>
                <a:lnTo>
                  <a:pt x="6338" y="224627"/>
                </a:lnTo>
                <a:lnTo>
                  <a:pt x="508" y="181236"/>
                </a:lnTo>
                <a:lnTo>
                  <a:pt x="1905" y="183261"/>
                </a:lnTo>
                <a:lnTo>
                  <a:pt x="7810" y="184785"/>
                </a:lnTo>
                <a:lnTo>
                  <a:pt x="14619" y="184785"/>
                </a:lnTo>
                <a:lnTo>
                  <a:pt x="19486" y="220950"/>
                </a:lnTo>
                <a:lnTo>
                  <a:pt x="36023" y="260113"/>
                </a:lnTo>
                <a:lnTo>
                  <a:pt x="61661" y="293286"/>
                </a:lnTo>
                <a:lnTo>
                  <a:pt x="94838" y="318911"/>
                </a:lnTo>
                <a:lnTo>
                  <a:pt x="134000" y="335428"/>
                </a:lnTo>
                <a:lnTo>
                  <a:pt x="177546" y="341280"/>
                </a:lnTo>
                <a:lnTo>
                  <a:pt x="241886" y="341280"/>
                </a:lnTo>
                <a:lnTo>
                  <a:pt x="225634" y="348138"/>
                </a:lnTo>
                <a:lnTo>
                  <a:pt x="177450" y="348138"/>
                </a:lnTo>
                <a:lnTo>
                  <a:pt x="177450" y="354901"/>
                </a:lnTo>
                <a:close/>
              </a:path>
              <a:path w="354965" h="354965">
                <a:moveTo>
                  <a:pt x="177450" y="354901"/>
                </a:moveTo>
                <a:lnTo>
                  <a:pt x="177450" y="348138"/>
                </a:lnTo>
                <a:lnTo>
                  <a:pt x="225634" y="348138"/>
                </a:lnTo>
                <a:lnTo>
                  <a:pt x="224627" y="348563"/>
                </a:lnTo>
                <a:lnTo>
                  <a:pt x="177450" y="3549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88754" y="492509"/>
            <a:ext cx="1207845" cy="120784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-19472" y="598223"/>
            <a:ext cx="7677838" cy="7880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1" i="0">
                <a:solidFill>
                  <a:srgbClr val="00C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4056" y="1739865"/>
            <a:ext cx="3982085" cy="2943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55082" y="6771816"/>
            <a:ext cx="1635067" cy="1946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6A240C"/>
                </a:solidFill>
                <a:latin typeface="Cambria"/>
                <a:cs typeface="Cambria"/>
              </a:defRPr>
            </a:lvl1pPr>
          </a:lstStyle>
          <a:p>
            <a:pPr marL="617855">
              <a:lnSpc>
                <a:spcPts val="1150"/>
              </a:lnSpc>
            </a:pPr>
            <a:r>
              <a:rPr dirty="0" sz="1050" spc="85">
                <a:solidFill>
                  <a:srgbClr val="6A240A"/>
                </a:solidFill>
              </a:rPr>
              <a:t>BATCH</a:t>
            </a:r>
            <a:r>
              <a:rPr dirty="0" sz="1050" spc="60">
                <a:solidFill>
                  <a:srgbClr val="6A240A"/>
                </a:solidFill>
              </a:rPr>
              <a:t> </a:t>
            </a:r>
            <a:r>
              <a:rPr dirty="0" sz="1050" spc="70">
                <a:solidFill>
                  <a:srgbClr val="6A240A"/>
                </a:solidFill>
              </a:rPr>
              <a:t>NO:</a:t>
            </a:r>
            <a:r>
              <a:rPr dirty="0" sz="1050" spc="60">
                <a:solidFill>
                  <a:srgbClr val="6A240A"/>
                </a:solidFill>
              </a:rPr>
              <a:t> </a:t>
            </a:r>
            <a:r>
              <a:rPr dirty="0" sz="1050" spc="-25">
                <a:solidFill>
                  <a:srgbClr val="6A240A"/>
                </a:solidFill>
              </a:rPr>
              <a:t>227</a:t>
            </a:r>
            <a:endParaRPr sz="105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208173" y="6785689"/>
            <a:ext cx="773429" cy="161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6A240A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ts val="1150"/>
              </a:lnSpc>
            </a:pPr>
            <a:r>
              <a:rPr dirty="0"/>
              <a:t>14-</a:t>
            </a:r>
            <a:r>
              <a:rPr dirty="0" spc="95"/>
              <a:t>04-</a:t>
            </a:r>
            <a:r>
              <a:rPr dirty="0" spc="-2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197664" y="6798166"/>
            <a:ext cx="227329" cy="174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1" i="0">
                <a:solidFill>
                  <a:schemeClr val="bg1"/>
                </a:solidFill>
                <a:latin typeface="Palatino Linotype"/>
                <a:cs typeface="Palatino Linotype"/>
              </a:defRPr>
            </a:lvl1pPr>
          </a:lstStyle>
          <a:p>
            <a:pPr marL="67945">
              <a:lnSpc>
                <a:spcPts val="1255"/>
              </a:lnSpc>
            </a:pPr>
            <a:fld id="{81D60167-4931-47E6-BA6A-407CBD079E47}" type="slidenum">
              <a:rPr dirty="0" cap="small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20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936155" y="1823777"/>
            <a:ext cx="6111875" cy="210756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ctr" marL="12700" marR="5080">
              <a:lnSpc>
                <a:spcPts val="2030"/>
              </a:lnSpc>
              <a:spcBef>
                <a:spcPts val="180"/>
              </a:spcBef>
            </a:pPr>
            <a:r>
              <a:rPr dirty="0" sz="1700" b="1">
                <a:latin typeface="Times New Roman"/>
                <a:cs typeface="Times New Roman"/>
              </a:rPr>
              <a:t>DEPARTMENT OF COMPUTER SCIENCE &amp; </a:t>
            </a:r>
            <a:r>
              <a:rPr dirty="0" sz="1700" spc="-10" b="1">
                <a:latin typeface="Times New Roman"/>
                <a:cs typeface="Times New Roman"/>
              </a:rPr>
              <a:t>ENGINEERING </a:t>
            </a:r>
            <a:r>
              <a:rPr dirty="0" sz="1700" b="1">
                <a:latin typeface="Times New Roman"/>
                <a:cs typeface="Times New Roman"/>
              </a:rPr>
              <a:t>SCHOOL OF </a:t>
            </a:r>
            <a:r>
              <a:rPr dirty="0" sz="1700" spc="-10" b="1">
                <a:latin typeface="Times New Roman"/>
                <a:cs typeface="Times New Roman"/>
              </a:rPr>
              <a:t>COMPUTING</a:t>
            </a:r>
            <a:endParaRPr sz="1700">
              <a:latin typeface="Times New Roman"/>
              <a:cs typeface="Times New Roman"/>
            </a:endParaRPr>
          </a:p>
          <a:p>
            <a:pPr algn="ctr">
              <a:lnSpc>
                <a:spcPts val="1945"/>
              </a:lnSpc>
            </a:pPr>
            <a:r>
              <a:rPr dirty="0" sz="1700" spc="-10" b="1">
                <a:latin typeface="Times New Roman"/>
                <a:cs typeface="Times New Roman"/>
              </a:rPr>
              <a:t>10214CS501</a:t>
            </a:r>
            <a:endParaRPr sz="1700">
              <a:latin typeface="Times New Roman"/>
              <a:cs typeface="Times New Roman"/>
            </a:endParaRPr>
          </a:p>
          <a:p>
            <a:pPr algn="ctr" marL="1297940" marR="1289685">
              <a:lnSpc>
                <a:spcPts val="2030"/>
              </a:lnSpc>
              <a:spcBef>
                <a:spcPts val="70"/>
              </a:spcBef>
            </a:pPr>
            <a:r>
              <a:rPr dirty="0" sz="1700" b="1">
                <a:latin typeface="Times New Roman"/>
                <a:cs typeface="Times New Roman"/>
              </a:rPr>
              <a:t>COMMUNITY SERVICE </a:t>
            </a:r>
            <a:r>
              <a:rPr dirty="0" sz="1700" spc="-10" b="1">
                <a:latin typeface="Times New Roman"/>
                <a:cs typeface="Times New Roman"/>
              </a:rPr>
              <a:t>PROJECT </a:t>
            </a:r>
            <a:r>
              <a:rPr dirty="0" sz="1700" b="1">
                <a:latin typeface="Times New Roman"/>
                <a:cs typeface="Times New Roman"/>
              </a:rPr>
              <a:t>WINTER SEMESTER(2025-</a:t>
            </a:r>
            <a:r>
              <a:rPr dirty="0" sz="1700" spc="-10" b="1">
                <a:latin typeface="Times New Roman"/>
                <a:cs typeface="Times New Roman"/>
              </a:rPr>
              <a:t>2026)</a:t>
            </a:r>
            <a:endParaRPr sz="1700">
              <a:latin typeface="Times New Roman"/>
              <a:cs typeface="Times New Roman"/>
            </a:endParaRPr>
          </a:p>
          <a:p>
            <a:pPr algn="ctr">
              <a:lnSpc>
                <a:spcPts val="1955"/>
              </a:lnSpc>
            </a:pPr>
            <a:r>
              <a:rPr dirty="0" sz="1700" b="1">
                <a:latin typeface="Times New Roman"/>
                <a:cs typeface="Times New Roman"/>
              </a:rPr>
              <a:t>REVIEW -</a:t>
            </a:r>
            <a:r>
              <a:rPr dirty="0" sz="1700" spc="5" b="1">
                <a:latin typeface="Times New Roman"/>
                <a:cs typeface="Times New Roman"/>
              </a:rPr>
              <a:t> </a:t>
            </a:r>
            <a:r>
              <a:rPr dirty="0" sz="1700" spc="-25" b="1">
                <a:latin typeface="Times New Roman"/>
                <a:cs typeface="Times New Roman"/>
              </a:rPr>
              <a:t>II</a:t>
            </a:r>
            <a:endParaRPr sz="1700">
              <a:latin typeface="Times New Roman"/>
              <a:cs typeface="Times New Roman"/>
            </a:endParaRPr>
          </a:p>
          <a:p>
            <a:pPr algn="ctr" marR="414020">
              <a:lnSpc>
                <a:spcPct val="100000"/>
              </a:lnSpc>
              <a:spcBef>
                <a:spcPts val="1695"/>
              </a:spcBef>
            </a:pPr>
            <a:r>
              <a:rPr dirty="0" u="sng" sz="2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“SMART</a:t>
            </a:r>
            <a:r>
              <a:rPr dirty="0" u="sng" sz="2100" spc="9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1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IRRIGATION</a:t>
            </a:r>
            <a:r>
              <a:rPr dirty="0" u="sng" sz="2100" spc="9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21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SYSTEM”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14-</a:t>
            </a:r>
            <a:r>
              <a:rPr dirty="0" spc="95"/>
              <a:t>04-</a:t>
            </a:r>
            <a:r>
              <a:rPr dirty="0" spc="-20"/>
              <a:t>2026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17855">
              <a:lnSpc>
                <a:spcPts val="1150"/>
              </a:lnSpc>
            </a:pPr>
            <a:r>
              <a:rPr dirty="0" sz="1050" spc="85">
                <a:solidFill>
                  <a:srgbClr val="6A240A"/>
                </a:solidFill>
              </a:rPr>
              <a:t>BATCH</a:t>
            </a:r>
            <a:r>
              <a:rPr dirty="0" sz="1050" spc="60">
                <a:solidFill>
                  <a:srgbClr val="6A240A"/>
                </a:solidFill>
              </a:rPr>
              <a:t> </a:t>
            </a:r>
            <a:r>
              <a:rPr dirty="0" sz="1050" spc="70">
                <a:solidFill>
                  <a:srgbClr val="6A240A"/>
                </a:solidFill>
              </a:rPr>
              <a:t>NO:</a:t>
            </a:r>
            <a:r>
              <a:rPr dirty="0" sz="1050" spc="60">
                <a:solidFill>
                  <a:srgbClr val="6A240A"/>
                </a:solidFill>
              </a:rPr>
              <a:t> </a:t>
            </a:r>
            <a:r>
              <a:rPr dirty="0" sz="1050" spc="-25">
                <a:solidFill>
                  <a:srgbClr val="6A240A"/>
                </a:solidFill>
              </a:rPr>
              <a:t>227</a:t>
            </a:r>
            <a:endParaRPr sz="1050"/>
          </a:p>
        </p:txBody>
      </p:sp>
      <p:sp>
        <p:nvSpPr>
          <p:cNvPr id="11" name="object 11" descr=""/>
          <p:cNvSpPr txBox="1"/>
          <p:nvPr/>
        </p:nvSpPr>
        <p:spPr>
          <a:xfrm>
            <a:off x="1928967" y="6789908"/>
            <a:ext cx="3788410" cy="161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050" spc="85">
                <a:solidFill>
                  <a:srgbClr val="6A240A"/>
                </a:solidFill>
                <a:latin typeface="Cambria"/>
                <a:cs typeface="Cambria"/>
              </a:rPr>
              <a:t>DEPARTMENT</a:t>
            </a:r>
            <a:r>
              <a:rPr dirty="0" sz="1050" spc="60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75">
                <a:solidFill>
                  <a:srgbClr val="6A240A"/>
                </a:solidFill>
                <a:latin typeface="Cambria"/>
                <a:cs typeface="Cambria"/>
              </a:rPr>
              <a:t>OF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90">
                <a:solidFill>
                  <a:srgbClr val="6A240A"/>
                </a:solidFill>
                <a:latin typeface="Cambria"/>
                <a:cs typeface="Cambria"/>
              </a:rPr>
              <a:t>COMPUTER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95">
                <a:solidFill>
                  <a:srgbClr val="6A240A"/>
                </a:solidFill>
                <a:latin typeface="Cambria"/>
                <a:cs typeface="Cambria"/>
              </a:rPr>
              <a:t>SCIENCE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&amp; </a:t>
            </a:r>
            <a:r>
              <a:rPr dirty="0" sz="1050" spc="90">
                <a:solidFill>
                  <a:srgbClr val="6A240A"/>
                </a:solidFill>
                <a:latin typeface="Cambria"/>
                <a:cs typeface="Cambria"/>
              </a:rPr>
              <a:t>ENGINEERING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57936" y="5199075"/>
            <a:ext cx="1537970" cy="253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00" spc="-10" b="1">
                <a:latin typeface="Times New Roman"/>
                <a:cs typeface="Times New Roman"/>
              </a:rPr>
              <a:t>SUPERVISED</a:t>
            </a:r>
            <a:r>
              <a:rPr dirty="0" sz="1500" spc="-55" b="1">
                <a:latin typeface="Times New Roman"/>
                <a:cs typeface="Times New Roman"/>
              </a:rPr>
              <a:t> </a:t>
            </a:r>
            <a:r>
              <a:rPr dirty="0" sz="1500" spc="-25" b="1">
                <a:latin typeface="Times New Roman"/>
                <a:cs typeface="Times New Roman"/>
              </a:rPr>
              <a:t>BY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57936" y="5637225"/>
            <a:ext cx="3228975" cy="472440"/>
          </a:xfrm>
          <a:prstGeom prst="rect">
            <a:avLst/>
          </a:prstGeom>
        </p:spPr>
        <p:txBody>
          <a:bodyPr wrap="square" lIns="0" tIns="26669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209"/>
              </a:spcBef>
            </a:pPr>
            <a:r>
              <a:rPr dirty="0" sz="1500" b="1">
                <a:latin typeface="Times New Roman"/>
                <a:cs typeface="Times New Roman"/>
              </a:rPr>
              <a:t>Faculty</a:t>
            </a:r>
            <a:r>
              <a:rPr dirty="0" sz="1500" spc="-75" b="1">
                <a:latin typeface="Times New Roman"/>
                <a:cs typeface="Times New Roman"/>
              </a:rPr>
              <a:t> </a:t>
            </a:r>
            <a:r>
              <a:rPr dirty="0" sz="1500" spc="-10" b="1">
                <a:latin typeface="Times New Roman"/>
                <a:cs typeface="Times New Roman"/>
              </a:rPr>
              <a:t>Name:Dr</a:t>
            </a:r>
            <a:r>
              <a:rPr dirty="0" sz="1500" spc="-10">
                <a:latin typeface="Times New Roman"/>
                <a:cs typeface="Times New Roman"/>
              </a:rPr>
              <a:t>.palpand.subbaiah </a:t>
            </a:r>
            <a:r>
              <a:rPr dirty="0" sz="1500" spc="-10" b="1">
                <a:latin typeface="Times New Roman"/>
                <a:cs typeface="Times New Roman"/>
              </a:rPr>
              <a:t>Designation:</a:t>
            </a:r>
            <a:r>
              <a:rPr dirty="0" sz="1500" spc="-25" b="1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ASSISTANT</a:t>
            </a:r>
            <a:r>
              <a:rPr dirty="0" sz="1500" spc="-2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PROFESSOR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791613" y="5240718"/>
            <a:ext cx="1474470" cy="253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00" spc="-10" b="1">
                <a:latin typeface="Times New Roman"/>
                <a:cs typeface="Times New Roman"/>
              </a:rPr>
              <a:t>PRESENTED</a:t>
            </a:r>
            <a:r>
              <a:rPr dirty="0" sz="1500" spc="-50" b="1">
                <a:latin typeface="Times New Roman"/>
                <a:cs typeface="Times New Roman"/>
              </a:rPr>
              <a:t> </a:t>
            </a:r>
            <a:r>
              <a:rPr dirty="0" sz="1500" spc="-25" b="1">
                <a:latin typeface="Times New Roman"/>
                <a:cs typeface="Times New Roman"/>
              </a:rPr>
              <a:t>BY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791613" y="5678868"/>
            <a:ext cx="5972175" cy="253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789045" algn="l"/>
              </a:tabLst>
            </a:pPr>
            <a:r>
              <a:rPr dirty="0" sz="1500" b="1">
                <a:latin typeface="Times New Roman"/>
                <a:cs typeface="Times New Roman"/>
              </a:rPr>
              <a:t>1.</a:t>
            </a:r>
            <a:r>
              <a:rPr dirty="0" sz="1500" spc="-4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Student</a:t>
            </a:r>
            <a:r>
              <a:rPr dirty="0" sz="1500" spc="-3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name</a:t>
            </a:r>
            <a:r>
              <a:rPr dirty="0" sz="1500" spc="-3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:</a:t>
            </a:r>
            <a:r>
              <a:rPr dirty="0" sz="1500" spc="-4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E.</a:t>
            </a:r>
            <a:r>
              <a:rPr dirty="0" sz="1500" spc="-35" b="1">
                <a:latin typeface="Times New Roman"/>
                <a:cs typeface="Times New Roman"/>
              </a:rPr>
              <a:t> </a:t>
            </a:r>
            <a:r>
              <a:rPr dirty="0" sz="1500" spc="-10" b="1">
                <a:latin typeface="Times New Roman"/>
                <a:cs typeface="Times New Roman"/>
              </a:rPr>
              <a:t>PADMAVATHI</a:t>
            </a:r>
            <a:r>
              <a:rPr dirty="0" sz="1500" b="1">
                <a:latin typeface="Times New Roman"/>
                <a:cs typeface="Times New Roman"/>
              </a:rPr>
              <a:t>	</a:t>
            </a:r>
            <a:r>
              <a:rPr dirty="0" sz="1500" spc="-10">
                <a:latin typeface="Times New Roman"/>
                <a:cs typeface="Times New Roman"/>
              </a:rPr>
              <a:t>(VTU30457)(24UECS0556)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791613" y="5897943"/>
            <a:ext cx="5977255" cy="253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00" b="1">
                <a:latin typeface="Times New Roman"/>
                <a:cs typeface="Times New Roman"/>
              </a:rPr>
              <a:t>2.</a:t>
            </a:r>
            <a:r>
              <a:rPr dirty="0" sz="1500" spc="-4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Student</a:t>
            </a:r>
            <a:r>
              <a:rPr dirty="0" sz="1500" spc="-4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name</a:t>
            </a:r>
            <a:r>
              <a:rPr dirty="0" sz="1500" spc="-4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:</a:t>
            </a:r>
            <a:r>
              <a:rPr dirty="0" sz="1500" spc="-40" b="1">
                <a:latin typeface="Times New Roman"/>
                <a:cs typeface="Times New Roman"/>
              </a:rPr>
              <a:t> </a:t>
            </a:r>
            <a:r>
              <a:rPr dirty="0" sz="1500" spc="-10" b="1">
                <a:latin typeface="Times New Roman"/>
                <a:cs typeface="Times New Roman"/>
              </a:rPr>
              <a:t>M.SAMATHA</a:t>
            </a:r>
            <a:r>
              <a:rPr dirty="0" sz="1500" spc="-45" b="1">
                <a:latin typeface="Times New Roman"/>
                <a:cs typeface="Times New Roman"/>
              </a:rPr>
              <a:t> </a:t>
            </a:r>
            <a:r>
              <a:rPr dirty="0" sz="1500" spc="-10" b="1">
                <a:latin typeface="Times New Roman"/>
                <a:cs typeface="Times New Roman"/>
              </a:rPr>
              <a:t>VAISHNAVI</a:t>
            </a:r>
            <a:r>
              <a:rPr dirty="0" sz="1500" spc="-45" b="1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(VTU29022)(24UECS0717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791613" y="6117018"/>
            <a:ext cx="5461000" cy="253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277870" algn="l"/>
              </a:tabLst>
            </a:pPr>
            <a:r>
              <a:rPr dirty="0" sz="1500" b="1">
                <a:latin typeface="Times New Roman"/>
                <a:cs typeface="Times New Roman"/>
              </a:rPr>
              <a:t>3.</a:t>
            </a:r>
            <a:r>
              <a:rPr dirty="0" sz="1500" spc="-4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Student</a:t>
            </a:r>
            <a:r>
              <a:rPr dirty="0" sz="1500" spc="-40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name</a:t>
            </a:r>
            <a:r>
              <a:rPr dirty="0" sz="1500" spc="-35" b="1">
                <a:latin typeface="Times New Roman"/>
                <a:cs typeface="Times New Roman"/>
              </a:rPr>
              <a:t> </a:t>
            </a:r>
            <a:r>
              <a:rPr dirty="0" sz="1500" b="1">
                <a:latin typeface="Times New Roman"/>
                <a:cs typeface="Times New Roman"/>
              </a:rPr>
              <a:t>:</a:t>
            </a:r>
            <a:r>
              <a:rPr dirty="0" sz="1500" spc="-40" b="1">
                <a:latin typeface="Times New Roman"/>
                <a:cs typeface="Times New Roman"/>
              </a:rPr>
              <a:t> </a:t>
            </a:r>
            <a:r>
              <a:rPr dirty="0" sz="1500" spc="-10" b="1">
                <a:latin typeface="Times New Roman"/>
                <a:cs typeface="Times New Roman"/>
              </a:rPr>
              <a:t>G.VIJAY</a:t>
            </a:r>
            <a:r>
              <a:rPr dirty="0" sz="1500" spc="-40" b="1">
                <a:latin typeface="Times New Roman"/>
                <a:cs typeface="Times New Roman"/>
              </a:rPr>
              <a:t> </a:t>
            </a:r>
            <a:r>
              <a:rPr dirty="0" sz="1500" spc="-20" b="1">
                <a:latin typeface="Times New Roman"/>
                <a:cs typeface="Times New Roman"/>
              </a:rPr>
              <a:t>KUMAR</a:t>
            </a:r>
            <a:r>
              <a:rPr dirty="0" sz="1500" b="1">
                <a:latin typeface="Times New Roman"/>
                <a:cs typeface="Times New Roman"/>
              </a:rPr>
              <a:t>	</a:t>
            </a:r>
            <a:r>
              <a:rPr dirty="0" sz="1500" spc="-10">
                <a:latin typeface="Times New Roman"/>
                <a:cs typeface="Times New Roman"/>
              </a:rPr>
              <a:t>(VTU30133)(24UECS0559)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777" rIns="0" bIns="0" rtlCol="0" vert="horz">
            <a:spAutoFit/>
          </a:bodyPr>
          <a:lstStyle/>
          <a:p>
            <a:pPr marL="499745">
              <a:lnSpc>
                <a:spcPct val="100000"/>
              </a:lnSpc>
              <a:spcBef>
                <a:spcPts val="110"/>
              </a:spcBef>
            </a:pPr>
            <a:r>
              <a:rPr dirty="0" spc="-10"/>
              <a:t>Agenda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545677" y="158139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9D36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706064" y="1455254"/>
            <a:ext cx="4739640" cy="2663190"/>
          </a:xfrm>
          <a:prstGeom prst="rect">
            <a:avLst/>
          </a:prstGeom>
        </p:spPr>
        <p:txBody>
          <a:bodyPr wrap="square" lIns="0" tIns="26669" rIns="0" bIns="0" rtlCol="0" vert="horz">
            <a:spAutoFit/>
          </a:bodyPr>
          <a:lstStyle/>
          <a:p>
            <a:pPr marL="12700" marR="3707129">
              <a:lnSpc>
                <a:spcPts val="1730"/>
              </a:lnSpc>
              <a:spcBef>
                <a:spcPts val="209"/>
              </a:spcBef>
            </a:pPr>
            <a:r>
              <a:rPr dirty="0" sz="1500" spc="-10">
                <a:latin typeface="Times New Roman"/>
                <a:cs typeface="Times New Roman"/>
              </a:rPr>
              <a:t>ABSTRACT OBJECTIVE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635"/>
              </a:lnSpc>
            </a:pPr>
            <a:r>
              <a:rPr dirty="0" sz="1500" spc="-10">
                <a:latin typeface="Times New Roman"/>
                <a:cs typeface="Times New Roman"/>
              </a:rPr>
              <a:t>INTRODUCTION</a:t>
            </a:r>
            <a:r>
              <a:rPr dirty="0" sz="1500" spc="-7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ABOUT</a:t>
            </a:r>
            <a:r>
              <a:rPr dirty="0" sz="1500" spc="-6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VILLAGE</a:t>
            </a:r>
            <a:endParaRPr sz="1500">
              <a:latin typeface="Times New Roman"/>
              <a:cs typeface="Times New Roman"/>
            </a:endParaRPr>
          </a:p>
          <a:p>
            <a:pPr marL="12700" marR="3386454">
              <a:lnSpc>
                <a:spcPts val="1730"/>
              </a:lnSpc>
              <a:spcBef>
                <a:spcPts val="75"/>
              </a:spcBef>
            </a:pPr>
            <a:r>
              <a:rPr dirty="0" sz="1500" spc="-10">
                <a:latin typeface="Times New Roman"/>
                <a:cs typeface="Times New Roman"/>
              </a:rPr>
              <a:t>ACTIVITY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 spc="-25">
                <a:latin typeface="Times New Roman"/>
                <a:cs typeface="Times New Roman"/>
              </a:rPr>
              <a:t>LOG </a:t>
            </a:r>
            <a:r>
              <a:rPr dirty="0" sz="1500" spc="-10">
                <a:latin typeface="Times New Roman"/>
                <a:cs typeface="Times New Roman"/>
              </a:rPr>
              <a:t>SURVEY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635"/>
              </a:lnSpc>
            </a:pPr>
            <a:r>
              <a:rPr dirty="0" sz="1500">
                <a:latin typeface="Times New Roman"/>
                <a:cs typeface="Times New Roman"/>
              </a:rPr>
              <a:t>SURVEY</a:t>
            </a:r>
            <a:r>
              <a:rPr dirty="0" sz="1500" spc="-5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ANALYSIS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WITH</a:t>
            </a:r>
            <a:r>
              <a:rPr dirty="0" sz="1500" spc="28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REPORT</a:t>
            </a:r>
            <a:endParaRPr sz="1500">
              <a:latin typeface="Times New Roman"/>
              <a:cs typeface="Times New Roman"/>
            </a:endParaRPr>
          </a:p>
          <a:p>
            <a:pPr marL="12700" marR="5080">
              <a:lnSpc>
                <a:spcPts val="1730"/>
              </a:lnSpc>
              <a:spcBef>
                <a:spcPts val="80"/>
              </a:spcBef>
            </a:pPr>
            <a:r>
              <a:rPr dirty="0" sz="1500" spc="-10">
                <a:latin typeface="Times New Roman"/>
                <a:cs typeface="Times New Roman"/>
              </a:rPr>
              <a:t>SOCIETY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RELEVANT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PROBLEM</a:t>
            </a:r>
            <a:r>
              <a:rPr dirty="0" sz="1500" spc="-3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IDENTIFICATION </a:t>
            </a:r>
            <a:r>
              <a:rPr dirty="0" sz="1500">
                <a:latin typeface="Times New Roman"/>
                <a:cs typeface="Times New Roman"/>
              </a:rPr>
              <a:t>NOVEL</a:t>
            </a:r>
            <a:r>
              <a:rPr dirty="0" sz="1500" spc="-7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IDEA</a:t>
            </a:r>
            <a:r>
              <a:rPr dirty="0" sz="1500" spc="-6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GENERATION </a:t>
            </a:r>
            <a:r>
              <a:rPr dirty="0" sz="1500" spc="-20">
                <a:latin typeface="Times New Roman"/>
                <a:cs typeface="Times New Roman"/>
              </a:rPr>
              <a:t>PROTOTYPE/DEVELOPMENT</a:t>
            </a:r>
            <a:r>
              <a:rPr dirty="0" sz="1500" spc="1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OF</a:t>
            </a:r>
            <a:r>
              <a:rPr dirty="0" sz="1500" spc="1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NEW</a:t>
            </a:r>
            <a:r>
              <a:rPr dirty="0" sz="1500" spc="1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SOLUTION GEOTAGGED</a:t>
            </a:r>
            <a:r>
              <a:rPr dirty="0" sz="1500" spc="-6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PHOTOS</a:t>
            </a:r>
            <a:r>
              <a:rPr dirty="0" sz="1500" spc="-60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6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DETAIL&amp;VIDEO</a:t>
            </a:r>
            <a:r>
              <a:rPr dirty="0" sz="1500" spc="-60">
                <a:latin typeface="Times New Roman"/>
                <a:cs typeface="Times New Roman"/>
              </a:rPr>
              <a:t> </a:t>
            </a:r>
            <a:r>
              <a:rPr dirty="0" sz="1500" spc="-20">
                <a:latin typeface="Times New Roman"/>
                <a:cs typeface="Times New Roman"/>
              </a:rPr>
              <a:t>LINK </a:t>
            </a:r>
            <a:r>
              <a:rPr dirty="0" sz="1500" spc="-10">
                <a:latin typeface="Times New Roman"/>
                <a:cs typeface="Times New Roman"/>
              </a:rPr>
              <a:t>AUTHENTICATED</a:t>
            </a:r>
            <a:r>
              <a:rPr dirty="0" sz="1500" spc="-6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SIGNATURES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PROOF</a:t>
            </a:r>
            <a:r>
              <a:rPr dirty="0" sz="1500" spc="-55">
                <a:latin typeface="Times New Roman"/>
                <a:cs typeface="Times New Roman"/>
              </a:rPr>
              <a:t> </a:t>
            </a:r>
            <a:r>
              <a:rPr dirty="0" sz="1500">
                <a:latin typeface="Times New Roman"/>
                <a:cs typeface="Times New Roman"/>
              </a:rPr>
              <a:t>AND</a:t>
            </a:r>
            <a:r>
              <a:rPr dirty="0" sz="1500" spc="-60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DETAIL PLAGIARISM</a:t>
            </a:r>
            <a:r>
              <a:rPr dirty="0" sz="1500" spc="-45">
                <a:latin typeface="Times New Roman"/>
                <a:cs typeface="Times New Roman"/>
              </a:rPr>
              <a:t> </a:t>
            </a:r>
            <a:r>
              <a:rPr dirty="0" sz="1500" spc="-10">
                <a:latin typeface="Times New Roman"/>
                <a:cs typeface="Times New Roman"/>
              </a:rPr>
              <a:t>REPORT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545677" y="180047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9D36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45677" y="201954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9D36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545677" y="223862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9D36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545677" y="245769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9D36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45677" y="267677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9D36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45677" y="289584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9D36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45677" y="311492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9D36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545677" y="333399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9D36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545677" y="355307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9D36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545677" y="3772147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9D36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545677" y="399122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9D36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14-</a:t>
            </a:r>
            <a:r>
              <a:rPr dirty="0" spc="95"/>
              <a:t>04-</a:t>
            </a:r>
            <a:r>
              <a:rPr dirty="0" spc="-20"/>
              <a:t>2026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17855">
              <a:lnSpc>
                <a:spcPts val="1150"/>
              </a:lnSpc>
            </a:pPr>
            <a:r>
              <a:rPr dirty="0" sz="1050" spc="85">
                <a:solidFill>
                  <a:srgbClr val="6A240A"/>
                </a:solidFill>
              </a:rPr>
              <a:t>BATCH</a:t>
            </a:r>
            <a:r>
              <a:rPr dirty="0" sz="1050" spc="65">
                <a:solidFill>
                  <a:srgbClr val="6A240A"/>
                </a:solidFill>
              </a:rPr>
              <a:t> </a:t>
            </a:r>
            <a:r>
              <a:rPr dirty="0" sz="1050" spc="-10">
                <a:solidFill>
                  <a:srgbClr val="6A240A"/>
                </a:solidFill>
              </a:rPr>
              <a:t>NO:227</a:t>
            </a:r>
            <a:endParaRPr sz="1050"/>
          </a:p>
        </p:txBody>
      </p:sp>
      <p:sp>
        <p:nvSpPr>
          <p:cNvPr id="18" name="object 18" descr=""/>
          <p:cNvSpPr txBox="1"/>
          <p:nvPr/>
        </p:nvSpPr>
        <p:spPr>
          <a:xfrm>
            <a:off x="1897118" y="6789908"/>
            <a:ext cx="3788410" cy="161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050" spc="85">
                <a:solidFill>
                  <a:srgbClr val="6A240A"/>
                </a:solidFill>
                <a:latin typeface="Cambria"/>
                <a:cs typeface="Cambria"/>
              </a:rPr>
              <a:t>DEPARTMENT</a:t>
            </a:r>
            <a:r>
              <a:rPr dirty="0" sz="1050" spc="60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75">
                <a:solidFill>
                  <a:srgbClr val="6A240A"/>
                </a:solidFill>
                <a:latin typeface="Cambria"/>
                <a:cs typeface="Cambria"/>
              </a:rPr>
              <a:t>OF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90">
                <a:solidFill>
                  <a:srgbClr val="6A240A"/>
                </a:solidFill>
                <a:latin typeface="Cambria"/>
                <a:cs typeface="Cambria"/>
              </a:rPr>
              <a:t>COMPUTER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95">
                <a:solidFill>
                  <a:srgbClr val="6A240A"/>
                </a:solidFill>
                <a:latin typeface="Cambria"/>
                <a:cs typeface="Cambria"/>
              </a:rPr>
              <a:t>SCIENCE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&amp; </a:t>
            </a:r>
            <a:r>
              <a:rPr dirty="0" sz="1050" spc="90">
                <a:solidFill>
                  <a:srgbClr val="6A240A"/>
                </a:solidFill>
                <a:latin typeface="Cambria"/>
                <a:cs typeface="Cambria"/>
              </a:rPr>
              <a:t>ENGINEERING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7945">
              <a:lnSpc>
                <a:spcPts val="1255"/>
              </a:lnSpc>
            </a:pPr>
            <a:fld id="{81D60167-4931-47E6-BA6A-407CBD079E47}" type="slidenum">
              <a:rPr dirty="0" cap="small" spc="-50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777" rIns="0" bIns="0" rtlCol="0" vert="horz">
            <a:spAutoFit/>
          </a:bodyPr>
          <a:lstStyle/>
          <a:p>
            <a:pPr marL="499745">
              <a:lnSpc>
                <a:spcPct val="100000"/>
              </a:lnSpc>
              <a:spcBef>
                <a:spcPts val="110"/>
              </a:spcBef>
            </a:pPr>
            <a:r>
              <a:rPr dirty="0" spc="-10"/>
              <a:t>ABSTRACT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377" y="1853314"/>
            <a:ext cx="76199" cy="7619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30966" y="1684022"/>
            <a:ext cx="8554720" cy="377952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algn="just" marL="12700" marR="5080">
              <a:lnSpc>
                <a:spcPts val="2250"/>
              </a:lnSpc>
              <a:spcBef>
                <a:spcPts val="430"/>
              </a:spcBef>
            </a:pP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12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project</a:t>
            </a:r>
            <a:r>
              <a:rPr dirty="0" sz="2100" spc="12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recognizes</a:t>
            </a:r>
            <a:r>
              <a:rPr dirty="0" sz="2100" spc="13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12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critical</a:t>
            </a:r>
            <a:r>
              <a:rPr dirty="0" sz="2100" spc="12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role</a:t>
            </a:r>
            <a:r>
              <a:rPr dirty="0" sz="2100" spc="13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of</a:t>
            </a:r>
            <a:r>
              <a:rPr dirty="0" sz="2100" spc="12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irrigation</a:t>
            </a:r>
            <a:r>
              <a:rPr dirty="0" sz="2100" spc="12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in</a:t>
            </a:r>
            <a:r>
              <a:rPr dirty="0" sz="2100" spc="13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enhancing</a:t>
            </a:r>
            <a:r>
              <a:rPr dirty="0" sz="2100" spc="125">
                <a:latin typeface="Times New Roman"/>
                <a:cs typeface="Times New Roman"/>
              </a:rPr>
              <a:t>  </a:t>
            </a:r>
            <a:r>
              <a:rPr dirty="0" sz="2100" spc="-20">
                <a:latin typeface="Times New Roman"/>
                <a:cs typeface="Times New Roman"/>
              </a:rPr>
              <a:t>crop </a:t>
            </a:r>
            <a:r>
              <a:rPr dirty="0" sz="2100">
                <a:latin typeface="Times New Roman"/>
                <a:cs typeface="Times New Roman"/>
              </a:rPr>
              <a:t>productivity</a:t>
            </a:r>
            <a:r>
              <a:rPr dirty="0" sz="2100" spc="3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35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sustainability,</a:t>
            </a:r>
            <a:r>
              <a:rPr dirty="0" sz="2100" spc="3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35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it</a:t>
            </a:r>
            <a:r>
              <a:rPr dirty="0" sz="2100" spc="3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explores</a:t>
            </a:r>
            <a:r>
              <a:rPr dirty="0" sz="2100" spc="35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various</a:t>
            </a:r>
            <a:r>
              <a:rPr dirty="0" sz="2100" spc="3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irrigation</a:t>
            </a:r>
            <a:r>
              <a:rPr dirty="0" sz="2100" spc="35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techniques </a:t>
            </a:r>
            <a:r>
              <a:rPr dirty="0" sz="2100">
                <a:latin typeface="Times New Roman"/>
                <a:cs typeface="Times New Roman"/>
              </a:rPr>
              <a:t>suited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for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rural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environments.</a:t>
            </a:r>
            <a:endParaRPr sz="2100">
              <a:latin typeface="Times New Roman"/>
              <a:cs typeface="Times New Roman"/>
            </a:endParaRPr>
          </a:p>
          <a:p>
            <a:pPr algn="just" marL="12700" marR="5080">
              <a:lnSpc>
                <a:spcPts val="2250"/>
              </a:lnSpc>
            </a:pP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18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project</a:t>
            </a:r>
            <a:r>
              <a:rPr dirty="0" sz="2100" spc="18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focuses</a:t>
            </a:r>
            <a:r>
              <a:rPr dirty="0" sz="2100" spc="18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on</a:t>
            </a:r>
            <a:r>
              <a:rPr dirty="0" sz="2100" spc="18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three</a:t>
            </a:r>
            <a:r>
              <a:rPr dirty="0" sz="2100" spc="18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primary</a:t>
            </a:r>
            <a:r>
              <a:rPr dirty="0" sz="2100" spc="18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objectives:</a:t>
            </a:r>
            <a:r>
              <a:rPr dirty="0" sz="2100" spc="18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assessing</a:t>
            </a:r>
            <a:r>
              <a:rPr dirty="0" sz="2100" spc="18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18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feasibility</a:t>
            </a:r>
            <a:r>
              <a:rPr dirty="0" sz="2100" spc="185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Times New Roman"/>
                <a:cs typeface="Times New Roman"/>
              </a:rPr>
              <a:t>and </a:t>
            </a:r>
            <a:r>
              <a:rPr dirty="0" sz="2100">
                <a:latin typeface="Times New Roman"/>
                <a:cs typeface="Times New Roman"/>
              </a:rPr>
              <a:t>efficiency</a:t>
            </a:r>
            <a:r>
              <a:rPr dirty="0" sz="2100" spc="40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of</a:t>
            </a:r>
            <a:r>
              <a:rPr dirty="0" sz="2100" spc="40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different</a:t>
            </a:r>
            <a:r>
              <a:rPr dirty="0" sz="2100" spc="409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irrigation</a:t>
            </a:r>
            <a:r>
              <a:rPr dirty="0" sz="2100" spc="40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methods,</a:t>
            </a:r>
            <a:r>
              <a:rPr dirty="0" sz="2100" spc="40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evaluating</a:t>
            </a:r>
            <a:r>
              <a:rPr dirty="0" sz="2100" spc="409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their</a:t>
            </a:r>
            <a:r>
              <a:rPr dirty="0" sz="2100" spc="40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impact</a:t>
            </a:r>
            <a:r>
              <a:rPr dirty="0" sz="2100" spc="40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on</a:t>
            </a:r>
            <a:r>
              <a:rPr dirty="0" sz="2100" spc="409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water </a:t>
            </a:r>
            <a:r>
              <a:rPr dirty="0" sz="2100">
                <a:latin typeface="Times New Roman"/>
                <a:cs typeface="Times New Roman"/>
              </a:rPr>
              <a:t>conservation</a:t>
            </a:r>
            <a:r>
              <a:rPr dirty="0" sz="2100" spc="10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11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crop</a:t>
            </a:r>
            <a:r>
              <a:rPr dirty="0" sz="2100" spc="11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yield,</a:t>
            </a:r>
            <a:r>
              <a:rPr dirty="0" sz="2100" spc="11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11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promoting</a:t>
            </a:r>
            <a:r>
              <a:rPr dirty="0" sz="2100" spc="11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11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adoption</a:t>
            </a:r>
            <a:r>
              <a:rPr dirty="0" sz="2100" spc="11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of</a:t>
            </a:r>
            <a:r>
              <a:rPr dirty="0" sz="2100" spc="110">
                <a:latin typeface="Times New Roman"/>
                <a:cs typeface="Times New Roman"/>
              </a:rPr>
              <a:t>  </a:t>
            </a:r>
            <a:r>
              <a:rPr dirty="0" sz="2100" spc="-10">
                <a:latin typeface="Times New Roman"/>
                <a:cs typeface="Times New Roman"/>
              </a:rPr>
              <a:t>sustainable </a:t>
            </a:r>
            <a:r>
              <a:rPr dirty="0" sz="2100">
                <a:latin typeface="Times New Roman"/>
                <a:cs typeface="Times New Roman"/>
              </a:rPr>
              <a:t>irrigation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practices.</a:t>
            </a:r>
            <a:endParaRPr sz="2100">
              <a:latin typeface="Times New Roman"/>
              <a:cs typeface="Times New Roman"/>
            </a:endParaRPr>
          </a:p>
          <a:p>
            <a:pPr algn="just" marL="12700" marR="5080" indent="190500">
              <a:lnSpc>
                <a:spcPts val="2250"/>
              </a:lnSpc>
            </a:pP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229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proposed</a:t>
            </a:r>
            <a:r>
              <a:rPr dirty="0" sz="2100" spc="23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smart</a:t>
            </a:r>
            <a:r>
              <a:rPr dirty="0" sz="2100" spc="23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irrigation</a:t>
            </a:r>
            <a:r>
              <a:rPr dirty="0" sz="2100" spc="23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system</a:t>
            </a:r>
            <a:r>
              <a:rPr dirty="0" sz="2100" spc="23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integrates</a:t>
            </a:r>
            <a:r>
              <a:rPr dirty="0" sz="2100" spc="23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various</a:t>
            </a:r>
            <a:r>
              <a:rPr dirty="0" sz="2100" spc="235">
                <a:latin typeface="Times New Roman"/>
                <a:cs typeface="Times New Roman"/>
              </a:rPr>
              <a:t>  </a:t>
            </a:r>
            <a:r>
              <a:rPr dirty="0" sz="2100" spc="-10">
                <a:latin typeface="Times New Roman"/>
                <a:cs typeface="Times New Roman"/>
              </a:rPr>
              <a:t>components, </a:t>
            </a:r>
            <a:r>
              <a:rPr dirty="0" sz="2100">
                <a:latin typeface="Times New Roman"/>
                <a:cs typeface="Times New Roman"/>
              </a:rPr>
              <a:t>including</a:t>
            </a:r>
            <a:r>
              <a:rPr dirty="0" sz="2100" spc="47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soil</a:t>
            </a:r>
            <a:r>
              <a:rPr dirty="0" sz="2100" spc="47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moisture</a:t>
            </a:r>
            <a:r>
              <a:rPr dirty="0" sz="2100" spc="47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sensors,</a:t>
            </a:r>
            <a:r>
              <a:rPr dirty="0" sz="2100" spc="47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weather</a:t>
            </a:r>
            <a:r>
              <a:rPr dirty="0" sz="2100" spc="47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data</a:t>
            </a:r>
            <a:r>
              <a:rPr dirty="0" sz="2100" spc="47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analysis,</a:t>
            </a:r>
            <a:r>
              <a:rPr dirty="0" sz="2100" spc="47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automation</a:t>
            </a:r>
            <a:r>
              <a:rPr dirty="0" sz="2100" spc="47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control,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communication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technologies.</a:t>
            </a:r>
            <a:endParaRPr sz="2100">
              <a:latin typeface="Times New Roman"/>
              <a:cs typeface="Times New Roman"/>
            </a:endParaRPr>
          </a:p>
          <a:p>
            <a:pPr algn="just" marL="12700" marR="5080">
              <a:lnSpc>
                <a:spcPts val="2250"/>
              </a:lnSpc>
            </a:pPr>
            <a:r>
              <a:rPr dirty="0" sz="2100">
                <a:latin typeface="Times New Roman"/>
                <a:cs typeface="Times New Roman"/>
              </a:rPr>
              <a:t>Soil</a:t>
            </a:r>
            <a:r>
              <a:rPr dirty="0" sz="2100" spc="3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moisture</a:t>
            </a:r>
            <a:r>
              <a:rPr dirty="0" sz="2100" spc="3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sensors</a:t>
            </a:r>
            <a:r>
              <a:rPr dirty="0" sz="2100" spc="4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are</a:t>
            </a:r>
            <a:r>
              <a:rPr dirty="0" sz="2100" spc="3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deployed</a:t>
            </a:r>
            <a:r>
              <a:rPr dirty="0" sz="2100" spc="3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in</a:t>
            </a:r>
            <a:r>
              <a:rPr dirty="0" sz="2100" spc="4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3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field</a:t>
            </a:r>
            <a:r>
              <a:rPr dirty="0" sz="2100" spc="3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to</a:t>
            </a:r>
            <a:r>
              <a:rPr dirty="0" sz="2100" spc="4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monitor</a:t>
            </a:r>
            <a:r>
              <a:rPr dirty="0" sz="2100" spc="35">
                <a:latin typeface="Times New Roman"/>
                <a:cs typeface="Times New Roman"/>
              </a:rPr>
              <a:t>  </a:t>
            </a:r>
            <a:r>
              <a:rPr dirty="0" sz="2100" spc="-10">
                <a:latin typeface="Times New Roman"/>
                <a:cs typeface="Times New Roman"/>
              </a:rPr>
              <a:t>real-</a:t>
            </a:r>
            <a:r>
              <a:rPr dirty="0" sz="2100">
                <a:latin typeface="Times New Roman"/>
                <a:cs typeface="Times New Roman"/>
              </a:rPr>
              <a:t>time</a:t>
            </a:r>
            <a:r>
              <a:rPr dirty="0" sz="2100" spc="35">
                <a:latin typeface="Times New Roman"/>
                <a:cs typeface="Times New Roman"/>
              </a:rPr>
              <a:t>  </a:t>
            </a:r>
            <a:r>
              <a:rPr dirty="0" sz="2100" spc="-20">
                <a:latin typeface="Times New Roman"/>
                <a:cs typeface="Times New Roman"/>
              </a:rPr>
              <a:t>soil </a:t>
            </a:r>
            <a:r>
              <a:rPr dirty="0" sz="2100">
                <a:latin typeface="Times New Roman"/>
                <a:cs typeface="Times New Roman"/>
              </a:rPr>
              <a:t>moisture</a:t>
            </a:r>
            <a:r>
              <a:rPr dirty="0" sz="2100" spc="7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levels,</a:t>
            </a:r>
            <a:r>
              <a:rPr dirty="0" sz="2100" spc="7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providing</a:t>
            </a:r>
            <a:r>
              <a:rPr dirty="0" sz="2100" spc="7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accurate</a:t>
            </a:r>
            <a:r>
              <a:rPr dirty="0" sz="2100" spc="7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data</a:t>
            </a:r>
            <a:r>
              <a:rPr dirty="0" sz="2100" spc="7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on</a:t>
            </a:r>
            <a:r>
              <a:rPr dirty="0" sz="2100" spc="7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7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water</a:t>
            </a:r>
            <a:r>
              <a:rPr dirty="0" sz="2100" spc="7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requirements</a:t>
            </a:r>
            <a:r>
              <a:rPr dirty="0" sz="2100" spc="7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of</a:t>
            </a:r>
            <a:r>
              <a:rPr dirty="0" sz="2100" spc="7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crops</a:t>
            </a:r>
            <a:r>
              <a:rPr dirty="0" sz="2100" spc="70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Times New Roman"/>
                <a:cs typeface="Times New Roman"/>
              </a:rPr>
              <a:t>or </a:t>
            </a:r>
            <a:r>
              <a:rPr dirty="0" sz="2100" spc="-10">
                <a:latin typeface="Times New Roman"/>
                <a:cs typeface="Times New Roman"/>
              </a:rPr>
              <a:t>plants.</a:t>
            </a:r>
            <a:endParaRPr sz="2100">
              <a:latin typeface="Times New Roman"/>
              <a:cs typeface="Times New Roman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377" y="2710564"/>
            <a:ext cx="76199" cy="7619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377" y="3853564"/>
            <a:ext cx="76199" cy="7619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377" y="4710814"/>
            <a:ext cx="76199" cy="76199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66065">
              <a:lnSpc>
                <a:spcPts val="1205"/>
              </a:lnSpc>
            </a:pPr>
            <a:r>
              <a:rPr dirty="0" spc="85"/>
              <a:t>BATCH</a:t>
            </a:r>
            <a:r>
              <a:rPr dirty="0" spc="80"/>
              <a:t> </a:t>
            </a:r>
            <a:r>
              <a:rPr dirty="0" spc="-10"/>
              <a:t>NO:227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635065" y="6785331"/>
            <a:ext cx="3975100" cy="167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05"/>
              </a:lnSpc>
            </a:pPr>
            <a:r>
              <a:rPr dirty="0" sz="1100" spc="85">
                <a:solidFill>
                  <a:srgbClr val="6A240C"/>
                </a:solidFill>
                <a:latin typeface="Cambria"/>
                <a:cs typeface="Cambria"/>
              </a:rPr>
              <a:t>DEPARTMENT</a:t>
            </a:r>
            <a:r>
              <a:rPr dirty="0" sz="1100" spc="75">
                <a:solidFill>
                  <a:srgbClr val="6A240C"/>
                </a:solidFill>
                <a:latin typeface="Cambria"/>
                <a:cs typeface="Cambria"/>
              </a:rPr>
              <a:t> </a:t>
            </a:r>
            <a:r>
              <a:rPr dirty="0" sz="1100" spc="85">
                <a:solidFill>
                  <a:srgbClr val="6A240C"/>
                </a:solidFill>
                <a:latin typeface="Cambria"/>
                <a:cs typeface="Cambria"/>
              </a:rPr>
              <a:t>OF</a:t>
            </a:r>
            <a:r>
              <a:rPr dirty="0" sz="1100" spc="75">
                <a:solidFill>
                  <a:srgbClr val="6A240C"/>
                </a:solidFill>
                <a:latin typeface="Cambria"/>
                <a:cs typeface="Cambria"/>
              </a:rPr>
              <a:t> </a:t>
            </a:r>
            <a:r>
              <a:rPr dirty="0" sz="1100" spc="90">
                <a:solidFill>
                  <a:srgbClr val="6A240C"/>
                </a:solidFill>
                <a:latin typeface="Cambria"/>
                <a:cs typeface="Cambria"/>
              </a:rPr>
              <a:t>COMPUTER</a:t>
            </a:r>
            <a:r>
              <a:rPr dirty="0" sz="1100" spc="75">
                <a:solidFill>
                  <a:srgbClr val="6A240C"/>
                </a:solidFill>
                <a:latin typeface="Cambria"/>
                <a:cs typeface="Cambria"/>
              </a:rPr>
              <a:t> </a:t>
            </a:r>
            <a:r>
              <a:rPr dirty="0" sz="1100" spc="90">
                <a:solidFill>
                  <a:srgbClr val="6A240C"/>
                </a:solidFill>
                <a:latin typeface="Cambria"/>
                <a:cs typeface="Cambria"/>
              </a:rPr>
              <a:t>SCIENCE</a:t>
            </a:r>
            <a:r>
              <a:rPr dirty="0" sz="1100" spc="75">
                <a:solidFill>
                  <a:srgbClr val="6A240C"/>
                </a:solidFill>
                <a:latin typeface="Cambria"/>
                <a:cs typeface="Cambria"/>
              </a:rPr>
              <a:t> </a:t>
            </a:r>
            <a:r>
              <a:rPr dirty="0" sz="1100" spc="60">
                <a:solidFill>
                  <a:srgbClr val="6A240C"/>
                </a:solidFill>
                <a:latin typeface="Cambria"/>
                <a:cs typeface="Cambria"/>
              </a:rPr>
              <a:t>&amp;</a:t>
            </a:r>
            <a:r>
              <a:rPr dirty="0" sz="1100" spc="75">
                <a:solidFill>
                  <a:srgbClr val="6A240C"/>
                </a:solidFill>
                <a:latin typeface="Cambria"/>
                <a:cs typeface="Cambria"/>
              </a:rPr>
              <a:t> </a:t>
            </a:r>
            <a:r>
              <a:rPr dirty="0" sz="1100" spc="85">
                <a:solidFill>
                  <a:srgbClr val="6A240C"/>
                </a:solidFill>
                <a:latin typeface="Cambria"/>
                <a:cs typeface="Cambria"/>
              </a:rPr>
              <a:t>ENGINEERING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14-</a:t>
            </a:r>
            <a:r>
              <a:rPr dirty="0" spc="95"/>
              <a:t>04-</a:t>
            </a:r>
            <a:r>
              <a:rPr dirty="0" spc="-20"/>
              <a:t>2026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9215">
              <a:lnSpc>
                <a:spcPts val="1255"/>
              </a:lnSpc>
            </a:pPr>
            <a:fld id="{81D60167-4931-47E6-BA6A-407CBD079E47}" type="slidenum">
              <a:rPr dirty="0" spc="-50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777" rIns="0" bIns="0" rtlCol="0" vert="horz">
            <a:spAutoFit/>
          </a:bodyPr>
          <a:lstStyle/>
          <a:p>
            <a:pPr marL="499745">
              <a:lnSpc>
                <a:spcPct val="100000"/>
              </a:lnSpc>
              <a:spcBef>
                <a:spcPts val="110"/>
              </a:spcBef>
            </a:pPr>
            <a:r>
              <a:rPr dirty="0" spc="-10"/>
              <a:t>OBJECTIVES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777" y="3045453"/>
            <a:ext cx="76199" cy="7619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777" y="3902703"/>
            <a:ext cx="76199" cy="7619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777" y="5045703"/>
            <a:ext cx="76199" cy="7619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13927" y="2018912"/>
            <a:ext cx="8726170" cy="349377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algn="just" marL="12700" marR="18415">
              <a:lnSpc>
                <a:spcPts val="2250"/>
              </a:lnSpc>
              <a:spcBef>
                <a:spcPts val="430"/>
              </a:spcBef>
            </a:pPr>
            <a:r>
              <a:rPr dirty="0" sz="2100" b="1">
                <a:latin typeface="Times New Roman"/>
                <a:cs typeface="Times New Roman"/>
              </a:rPr>
              <a:t>Aim</a:t>
            </a:r>
            <a:r>
              <a:rPr dirty="0" sz="2100" spc="15" b="1">
                <a:latin typeface="Times New Roman"/>
                <a:cs typeface="Times New Roman"/>
              </a:rPr>
              <a:t> </a:t>
            </a:r>
            <a:r>
              <a:rPr dirty="0" sz="2100" b="1">
                <a:latin typeface="Times New Roman"/>
                <a:cs typeface="Times New Roman"/>
              </a:rPr>
              <a:t>of</a:t>
            </a:r>
            <a:r>
              <a:rPr dirty="0" sz="2100" spc="20" b="1">
                <a:latin typeface="Times New Roman"/>
                <a:cs typeface="Times New Roman"/>
              </a:rPr>
              <a:t> </a:t>
            </a:r>
            <a:r>
              <a:rPr dirty="0" sz="2100" b="1">
                <a:latin typeface="Times New Roman"/>
                <a:cs typeface="Times New Roman"/>
              </a:rPr>
              <a:t>the</a:t>
            </a:r>
            <a:r>
              <a:rPr dirty="0" sz="2100" spc="15" b="1">
                <a:latin typeface="Times New Roman"/>
                <a:cs typeface="Times New Roman"/>
              </a:rPr>
              <a:t> </a:t>
            </a:r>
            <a:r>
              <a:rPr dirty="0" sz="2100" b="1">
                <a:latin typeface="Times New Roman"/>
                <a:cs typeface="Times New Roman"/>
              </a:rPr>
              <a:t>Project:</a:t>
            </a:r>
            <a:r>
              <a:rPr dirty="0" sz="2100" spc="20" b="1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To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address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challenges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faced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by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farmers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in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rural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regions </a:t>
            </a:r>
            <a:r>
              <a:rPr dirty="0" sz="2100">
                <a:latin typeface="Times New Roman"/>
                <a:cs typeface="Times New Roman"/>
              </a:rPr>
              <a:t>in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accessing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adequate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water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resources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for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agricultural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activities.</a:t>
            </a:r>
            <a:endParaRPr sz="2100">
              <a:latin typeface="Times New Roman"/>
              <a:cs typeface="Times New Roman"/>
            </a:endParaRPr>
          </a:p>
          <a:p>
            <a:pPr algn="just" marL="12700">
              <a:lnSpc>
                <a:spcPts val="2085"/>
              </a:lnSpc>
            </a:pPr>
            <a:r>
              <a:rPr dirty="0" sz="2100" b="1">
                <a:latin typeface="Times New Roman"/>
                <a:cs typeface="Times New Roman"/>
              </a:rPr>
              <a:t>Scope</a:t>
            </a:r>
            <a:r>
              <a:rPr dirty="0" sz="2100" spc="25" b="1">
                <a:latin typeface="Times New Roman"/>
                <a:cs typeface="Times New Roman"/>
              </a:rPr>
              <a:t> </a:t>
            </a:r>
            <a:r>
              <a:rPr dirty="0" sz="2100" b="1">
                <a:latin typeface="Times New Roman"/>
                <a:cs typeface="Times New Roman"/>
              </a:rPr>
              <a:t>of</a:t>
            </a:r>
            <a:r>
              <a:rPr dirty="0" sz="2100" spc="30" b="1">
                <a:latin typeface="Times New Roman"/>
                <a:cs typeface="Times New Roman"/>
              </a:rPr>
              <a:t> </a:t>
            </a:r>
            <a:r>
              <a:rPr dirty="0" sz="2100" b="1">
                <a:latin typeface="Times New Roman"/>
                <a:cs typeface="Times New Roman"/>
              </a:rPr>
              <a:t>the</a:t>
            </a:r>
            <a:r>
              <a:rPr dirty="0" sz="2100" spc="25" b="1">
                <a:latin typeface="Times New Roman"/>
                <a:cs typeface="Times New Roman"/>
              </a:rPr>
              <a:t> </a:t>
            </a:r>
            <a:r>
              <a:rPr dirty="0" sz="2100" spc="-10" b="1">
                <a:latin typeface="Times New Roman"/>
                <a:cs typeface="Times New Roman"/>
              </a:rPr>
              <a:t>Project:</a:t>
            </a:r>
            <a:endParaRPr sz="2100">
              <a:latin typeface="Times New Roman"/>
              <a:cs typeface="Times New Roman"/>
            </a:endParaRPr>
          </a:p>
          <a:p>
            <a:pPr algn="just" marL="287020" marR="5080">
              <a:lnSpc>
                <a:spcPts val="2250"/>
              </a:lnSpc>
              <a:spcBef>
                <a:spcPts val="165"/>
              </a:spcBef>
            </a:pP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229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project</a:t>
            </a:r>
            <a:r>
              <a:rPr dirty="0" sz="2100" spc="23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involves</a:t>
            </a:r>
            <a:r>
              <a:rPr dirty="0" sz="2100" spc="229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designing</a:t>
            </a:r>
            <a:r>
              <a:rPr dirty="0" sz="2100" spc="23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</a:t>
            </a:r>
            <a:r>
              <a:rPr dirty="0" sz="2100" spc="23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smart</a:t>
            </a:r>
            <a:r>
              <a:rPr dirty="0" sz="2100" spc="229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irrigation</a:t>
            </a:r>
            <a:r>
              <a:rPr dirty="0" sz="2100" spc="23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system</a:t>
            </a:r>
            <a:r>
              <a:rPr dirty="0" sz="2100" spc="23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that</a:t>
            </a:r>
            <a:r>
              <a:rPr dirty="0" sz="2100" spc="229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integrates</a:t>
            </a:r>
            <a:r>
              <a:rPr dirty="0" sz="2100" spc="235">
                <a:latin typeface="Times New Roman"/>
                <a:cs typeface="Times New Roman"/>
              </a:rPr>
              <a:t> </a:t>
            </a:r>
            <a:r>
              <a:rPr dirty="0" sz="2100" spc="-20">
                <a:latin typeface="Times New Roman"/>
                <a:cs typeface="Times New Roman"/>
              </a:rPr>
              <a:t>soil </a:t>
            </a:r>
            <a:r>
              <a:rPr dirty="0" sz="2100">
                <a:latin typeface="Times New Roman"/>
                <a:cs typeface="Times New Roman"/>
              </a:rPr>
              <a:t>moisture</a:t>
            </a:r>
            <a:r>
              <a:rPr dirty="0" sz="2100" spc="195">
                <a:latin typeface="Times New Roman"/>
                <a:cs typeface="Times New Roman"/>
              </a:rPr>
              <a:t>   </a:t>
            </a:r>
            <a:r>
              <a:rPr dirty="0" sz="2100">
                <a:latin typeface="Times New Roman"/>
                <a:cs typeface="Times New Roman"/>
              </a:rPr>
              <a:t>sensors,</a:t>
            </a:r>
            <a:r>
              <a:rPr dirty="0" sz="2100" spc="200">
                <a:latin typeface="Times New Roman"/>
                <a:cs typeface="Times New Roman"/>
              </a:rPr>
              <a:t>   </a:t>
            </a:r>
            <a:r>
              <a:rPr dirty="0" sz="2100">
                <a:latin typeface="Times New Roman"/>
                <a:cs typeface="Times New Roman"/>
              </a:rPr>
              <a:t>weather</a:t>
            </a:r>
            <a:r>
              <a:rPr dirty="0" sz="2100" spc="200">
                <a:latin typeface="Times New Roman"/>
                <a:cs typeface="Times New Roman"/>
              </a:rPr>
              <a:t>   </a:t>
            </a:r>
            <a:r>
              <a:rPr dirty="0" sz="2100">
                <a:latin typeface="Times New Roman"/>
                <a:cs typeface="Times New Roman"/>
              </a:rPr>
              <a:t>data</a:t>
            </a:r>
            <a:r>
              <a:rPr dirty="0" sz="2100" spc="195">
                <a:latin typeface="Times New Roman"/>
                <a:cs typeface="Times New Roman"/>
              </a:rPr>
              <a:t>   </a:t>
            </a:r>
            <a:r>
              <a:rPr dirty="0" sz="2100">
                <a:latin typeface="Times New Roman"/>
                <a:cs typeface="Times New Roman"/>
              </a:rPr>
              <a:t>analysis,</a:t>
            </a:r>
            <a:r>
              <a:rPr dirty="0" sz="2100" spc="200">
                <a:latin typeface="Times New Roman"/>
                <a:cs typeface="Times New Roman"/>
              </a:rPr>
              <a:t>   </a:t>
            </a:r>
            <a:r>
              <a:rPr dirty="0" sz="2100">
                <a:latin typeface="Times New Roman"/>
                <a:cs typeface="Times New Roman"/>
              </a:rPr>
              <a:t>automation</a:t>
            </a:r>
            <a:r>
              <a:rPr dirty="0" sz="2100" spc="200">
                <a:latin typeface="Times New Roman"/>
                <a:cs typeface="Times New Roman"/>
              </a:rPr>
              <a:t>   </a:t>
            </a:r>
            <a:r>
              <a:rPr dirty="0" sz="2100">
                <a:latin typeface="Times New Roman"/>
                <a:cs typeface="Times New Roman"/>
              </a:rPr>
              <a:t>control,</a:t>
            </a:r>
            <a:r>
              <a:rPr dirty="0" sz="2100" spc="200">
                <a:latin typeface="Times New Roman"/>
                <a:cs typeface="Times New Roman"/>
              </a:rPr>
              <a:t>   </a:t>
            </a:r>
            <a:r>
              <a:rPr dirty="0" sz="2100" spc="-25">
                <a:latin typeface="Times New Roman"/>
                <a:cs typeface="Times New Roman"/>
              </a:rPr>
              <a:t>and </a:t>
            </a:r>
            <a:r>
              <a:rPr dirty="0" sz="2100">
                <a:latin typeface="Times New Roman"/>
                <a:cs typeface="Times New Roman"/>
              </a:rPr>
              <a:t>communication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technologies.</a:t>
            </a:r>
            <a:endParaRPr sz="2100">
              <a:latin typeface="Times New Roman"/>
              <a:cs typeface="Times New Roman"/>
            </a:endParaRPr>
          </a:p>
          <a:p>
            <a:pPr algn="just" marL="287020" marR="5080" indent="100965">
              <a:lnSpc>
                <a:spcPts val="2250"/>
              </a:lnSpc>
            </a:pP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28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project</a:t>
            </a:r>
            <a:r>
              <a:rPr dirty="0" sz="2100" spc="28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includes</a:t>
            </a:r>
            <a:r>
              <a:rPr dirty="0" sz="2100" spc="28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deploying</a:t>
            </a:r>
            <a:r>
              <a:rPr dirty="0" sz="2100" spc="28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soil</a:t>
            </a:r>
            <a:r>
              <a:rPr dirty="0" sz="2100" spc="28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moisture</a:t>
            </a:r>
            <a:r>
              <a:rPr dirty="0" sz="2100" spc="28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sensors</a:t>
            </a:r>
            <a:r>
              <a:rPr dirty="0" sz="2100" spc="28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in</a:t>
            </a:r>
            <a:r>
              <a:rPr dirty="0" sz="2100" spc="28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28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agricultural</a:t>
            </a:r>
            <a:r>
              <a:rPr dirty="0" sz="2100" spc="285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Times New Roman"/>
                <a:cs typeface="Times New Roman"/>
              </a:rPr>
              <a:t>or </a:t>
            </a:r>
            <a:r>
              <a:rPr dirty="0" sz="2100">
                <a:latin typeface="Times New Roman"/>
                <a:cs typeface="Times New Roman"/>
              </a:rPr>
              <a:t>landscaping</a:t>
            </a:r>
            <a:r>
              <a:rPr dirty="0" sz="2100" spc="1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fields</a:t>
            </a:r>
            <a:r>
              <a:rPr dirty="0" sz="2100" spc="1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to</a:t>
            </a:r>
            <a:r>
              <a:rPr dirty="0" sz="2100" spc="1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monitor</a:t>
            </a:r>
            <a:r>
              <a:rPr dirty="0" sz="2100" spc="12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real-</a:t>
            </a:r>
            <a:r>
              <a:rPr dirty="0" sz="2100">
                <a:latin typeface="Times New Roman"/>
                <a:cs typeface="Times New Roman"/>
              </a:rPr>
              <a:t>time</a:t>
            </a:r>
            <a:r>
              <a:rPr dirty="0" sz="2100" spc="1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soil</a:t>
            </a:r>
            <a:r>
              <a:rPr dirty="0" sz="2100" spc="1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moisture</a:t>
            </a:r>
            <a:r>
              <a:rPr dirty="0" sz="2100" spc="1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levels.</a:t>
            </a:r>
            <a:r>
              <a:rPr dirty="0" sz="2100" spc="1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1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number</a:t>
            </a:r>
            <a:r>
              <a:rPr dirty="0" sz="2100" spc="125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Times New Roman"/>
                <a:cs typeface="Times New Roman"/>
              </a:rPr>
              <a:t>and </a:t>
            </a:r>
            <a:r>
              <a:rPr dirty="0" sz="2100">
                <a:latin typeface="Times New Roman"/>
                <a:cs typeface="Times New Roman"/>
              </a:rPr>
              <a:t>locations</a:t>
            </a:r>
            <a:r>
              <a:rPr dirty="0" sz="2100" spc="28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of</a:t>
            </a:r>
            <a:r>
              <a:rPr dirty="0" sz="2100" spc="28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sensors</a:t>
            </a:r>
            <a:r>
              <a:rPr dirty="0" sz="2100" spc="28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are</a:t>
            </a:r>
            <a:r>
              <a:rPr dirty="0" sz="2100" spc="28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determined</a:t>
            </a:r>
            <a:r>
              <a:rPr dirty="0" sz="2100" spc="28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to</a:t>
            </a:r>
            <a:r>
              <a:rPr dirty="0" sz="2100" spc="28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provide</a:t>
            </a:r>
            <a:r>
              <a:rPr dirty="0" sz="2100" spc="28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comprehensive</a:t>
            </a:r>
            <a:r>
              <a:rPr dirty="0" sz="2100" spc="28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coverage</a:t>
            </a:r>
            <a:r>
              <a:rPr dirty="0" sz="2100" spc="280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Times New Roman"/>
                <a:cs typeface="Times New Roman"/>
              </a:rPr>
              <a:t>for </a:t>
            </a:r>
            <a:r>
              <a:rPr dirty="0" sz="2100">
                <a:latin typeface="Times New Roman"/>
                <a:cs typeface="Times New Roman"/>
              </a:rPr>
              <a:t>accurate</a:t>
            </a:r>
            <a:r>
              <a:rPr dirty="0" sz="2100" spc="-1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data</a:t>
            </a:r>
            <a:r>
              <a:rPr dirty="0" sz="2100" spc="-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collection.</a:t>
            </a:r>
            <a:endParaRPr sz="2100">
              <a:latin typeface="Times New Roman"/>
              <a:cs typeface="Times New Roman"/>
            </a:endParaRPr>
          </a:p>
          <a:p>
            <a:pPr algn="just" marL="287020" marR="5080" indent="187960">
              <a:lnSpc>
                <a:spcPts val="2250"/>
              </a:lnSpc>
            </a:pP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22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project</a:t>
            </a:r>
            <a:r>
              <a:rPr dirty="0" sz="2100" spc="22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involves</a:t>
            </a:r>
            <a:r>
              <a:rPr dirty="0" sz="2100" spc="22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incorporating</a:t>
            </a:r>
            <a:r>
              <a:rPr dirty="0" sz="2100" spc="22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microcontrollers</a:t>
            </a:r>
            <a:r>
              <a:rPr dirty="0" sz="2100" spc="22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22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actuators</a:t>
            </a:r>
            <a:r>
              <a:rPr dirty="0" sz="2100" spc="220">
                <a:latin typeface="Times New Roman"/>
                <a:cs typeface="Times New Roman"/>
              </a:rPr>
              <a:t>  </a:t>
            </a:r>
            <a:r>
              <a:rPr dirty="0" sz="2100" spc="-25">
                <a:latin typeface="Times New Roman"/>
                <a:cs typeface="Times New Roman"/>
              </a:rPr>
              <a:t>to </a:t>
            </a:r>
            <a:r>
              <a:rPr dirty="0" sz="2100">
                <a:latin typeface="Times New Roman"/>
                <a:cs typeface="Times New Roman"/>
              </a:rPr>
              <a:t>automate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irrigation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process.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14-</a:t>
            </a:r>
            <a:r>
              <a:rPr dirty="0" spc="95"/>
              <a:t>04-</a:t>
            </a:r>
            <a:r>
              <a:rPr dirty="0" spc="-20"/>
              <a:t>2026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17855">
              <a:lnSpc>
                <a:spcPts val="1150"/>
              </a:lnSpc>
            </a:pPr>
            <a:r>
              <a:rPr dirty="0" sz="1050" spc="85">
                <a:solidFill>
                  <a:srgbClr val="6A240A"/>
                </a:solidFill>
              </a:rPr>
              <a:t>BATCH</a:t>
            </a:r>
            <a:r>
              <a:rPr dirty="0" sz="1050" spc="65">
                <a:solidFill>
                  <a:srgbClr val="6A240A"/>
                </a:solidFill>
              </a:rPr>
              <a:t> </a:t>
            </a:r>
            <a:r>
              <a:rPr dirty="0" sz="1050" spc="-10">
                <a:solidFill>
                  <a:srgbClr val="6A240A"/>
                </a:solidFill>
              </a:rPr>
              <a:t>NO:227</a:t>
            </a:r>
            <a:endParaRPr sz="1050"/>
          </a:p>
        </p:txBody>
      </p:sp>
      <p:sp>
        <p:nvSpPr>
          <p:cNvPr id="9" name="object 9" descr=""/>
          <p:cNvSpPr txBox="1"/>
          <p:nvPr/>
        </p:nvSpPr>
        <p:spPr>
          <a:xfrm>
            <a:off x="1897118" y="6789908"/>
            <a:ext cx="3788410" cy="161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050" spc="85">
                <a:solidFill>
                  <a:srgbClr val="6A240A"/>
                </a:solidFill>
                <a:latin typeface="Cambria"/>
                <a:cs typeface="Cambria"/>
              </a:rPr>
              <a:t>DEPARTMENT</a:t>
            </a:r>
            <a:r>
              <a:rPr dirty="0" sz="1050" spc="60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75">
                <a:solidFill>
                  <a:srgbClr val="6A240A"/>
                </a:solidFill>
                <a:latin typeface="Cambria"/>
                <a:cs typeface="Cambria"/>
              </a:rPr>
              <a:t>OF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90">
                <a:solidFill>
                  <a:srgbClr val="6A240A"/>
                </a:solidFill>
                <a:latin typeface="Cambria"/>
                <a:cs typeface="Cambria"/>
              </a:rPr>
              <a:t>COMPUTER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95">
                <a:solidFill>
                  <a:srgbClr val="6A240A"/>
                </a:solidFill>
                <a:latin typeface="Cambria"/>
                <a:cs typeface="Cambria"/>
              </a:rPr>
              <a:t>SCIENCE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&amp; </a:t>
            </a:r>
            <a:r>
              <a:rPr dirty="0" sz="1050" spc="90">
                <a:solidFill>
                  <a:srgbClr val="6A240A"/>
                </a:solidFill>
                <a:latin typeface="Cambria"/>
                <a:cs typeface="Cambria"/>
              </a:rPr>
              <a:t>ENGINEERING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1594">
              <a:lnSpc>
                <a:spcPts val="1255"/>
              </a:lnSpc>
            </a:pPr>
            <a:fld id="{81D60167-4931-47E6-BA6A-407CBD079E47}" type="slidenum">
              <a:rPr dirty="0" spc="80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777" rIns="0" bIns="0" rtlCol="0" vert="horz">
            <a:spAutoFit/>
          </a:bodyPr>
          <a:lstStyle/>
          <a:p>
            <a:pPr marL="499745">
              <a:lnSpc>
                <a:spcPct val="100000"/>
              </a:lnSpc>
              <a:spcBef>
                <a:spcPts val="110"/>
              </a:spcBef>
            </a:pPr>
            <a:r>
              <a:rPr dirty="0"/>
              <a:t>INTRODUCTION</a:t>
            </a:r>
            <a:r>
              <a:rPr dirty="0" spc="-50"/>
              <a:t> </a:t>
            </a:r>
            <a:r>
              <a:rPr dirty="0"/>
              <a:t>ABOUT</a:t>
            </a:r>
            <a:r>
              <a:rPr dirty="0" spc="-35"/>
              <a:t> </a:t>
            </a:r>
            <a:r>
              <a:rPr dirty="0" spc="-10"/>
              <a:t>VILLAGE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2218" y="1870373"/>
            <a:ext cx="76199" cy="7619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56807" y="1701082"/>
            <a:ext cx="8714740" cy="406527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algn="just" marL="12700" marR="5080">
              <a:lnSpc>
                <a:spcPts val="2250"/>
              </a:lnSpc>
              <a:spcBef>
                <a:spcPts val="430"/>
              </a:spcBef>
            </a:pPr>
            <a:r>
              <a:rPr dirty="0" sz="2100">
                <a:latin typeface="Times New Roman"/>
                <a:cs typeface="Times New Roman"/>
              </a:rPr>
              <a:t>Welcome</a:t>
            </a:r>
            <a:r>
              <a:rPr dirty="0" sz="2100" spc="50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to</a:t>
            </a:r>
            <a:r>
              <a:rPr dirty="0" sz="2100" spc="50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MATOOR,</a:t>
            </a:r>
            <a:r>
              <a:rPr dirty="0" sz="2100" spc="50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this</a:t>
            </a:r>
            <a:r>
              <a:rPr dirty="0" sz="2100" spc="50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village</a:t>
            </a:r>
            <a:r>
              <a:rPr dirty="0" sz="2100" spc="50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is</a:t>
            </a:r>
            <a:r>
              <a:rPr dirty="0" sz="2100" spc="50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located</a:t>
            </a:r>
            <a:r>
              <a:rPr dirty="0" sz="2100" spc="50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in</a:t>
            </a:r>
            <a:r>
              <a:rPr dirty="0" sz="2100" spc="50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50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Khammam</a:t>
            </a:r>
            <a:r>
              <a:rPr dirty="0" sz="2100" spc="50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Distict</a:t>
            </a:r>
            <a:r>
              <a:rPr dirty="0" sz="2100" spc="500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Times New Roman"/>
                <a:cs typeface="Times New Roman"/>
              </a:rPr>
              <a:t>of </a:t>
            </a:r>
            <a:r>
              <a:rPr dirty="0" sz="2100">
                <a:latin typeface="Times New Roman"/>
                <a:cs typeface="Times New Roman"/>
              </a:rPr>
              <a:t>Telengana.</a:t>
            </a:r>
            <a:r>
              <a:rPr dirty="0" sz="2100" spc="1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Matoor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is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village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renowned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for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its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lifestyle.</a:t>
            </a:r>
            <a:endParaRPr sz="2100">
              <a:latin typeface="Times New Roman"/>
              <a:cs typeface="Times New Roman"/>
            </a:endParaRPr>
          </a:p>
          <a:p>
            <a:pPr algn="just" marL="12700" marR="5080" indent="147320">
              <a:lnSpc>
                <a:spcPts val="2250"/>
              </a:lnSpc>
            </a:pP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5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village</a:t>
            </a:r>
            <a:r>
              <a:rPr dirty="0" sz="2100" spc="6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is</a:t>
            </a:r>
            <a:r>
              <a:rPr dirty="0" sz="2100" spc="6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blessed</a:t>
            </a:r>
            <a:r>
              <a:rPr dirty="0" sz="2100" spc="6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with</a:t>
            </a:r>
            <a:r>
              <a:rPr dirty="0" sz="2100" spc="6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fertile</a:t>
            </a:r>
            <a:r>
              <a:rPr dirty="0" sz="2100" spc="5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lands</a:t>
            </a:r>
            <a:r>
              <a:rPr dirty="0" sz="2100" spc="6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6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abundant</a:t>
            </a:r>
            <a:r>
              <a:rPr dirty="0" sz="2100" spc="6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natural</a:t>
            </a:r>
            <a:r>
              <a:rPr dirty="0" sz="2100" spc="60">
                <a:latin typeface="Times New Roman"/>
                <a:cs typeface="Times New Roman"/>
              </a:rPr>
              <a:t>  </a:t>
            </a:r>
            <a:r>
              <a:rPr dirty="0" sz="2100" spc="-10">
                <a:latin typeface="Times New Roman"/>
                <a:cs typeface="Times New Roman"/>
              </a:rPr>
              <a:t>resources, </a:t>
            </a:r>
            <a:r>
              <a:rPr dirty="0" sz="2100">
                <a:latin typeface="Times New Roman"/>
                <a:cs typeface="Times New Roman"/>
              </a:rPr>
              <a:t>providing</a:t>
            </a:r>
            <a:r>
              <a:rPr dirty="0" sz="2100" spc="2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an</a:t>
            </a:r>
            <a:r>
              <a:rPr dirty="0" sz="2100" spc="2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ideal</a:t>
            </a:r>
            <a:r>
              <a:rPr dirty="0" sz="2100" spc="2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setting</a:t>
            </a:r>
            <a:r>
              <a:rPr dirty="0" sz="2100" spc="2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for</a:t>
            </a:r>
            <a:r>
              <a:rPr dirty="0" sz="2100" spc="2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agricultural</a:t>
            </a:r>
            <a:r>
              <a:rPr dirty="0" sz="2100" spc="2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activities.</a:t>
            </a:r>
            <a:r>
              <a:rPr dirty="0" sz="2100" spc="2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However,</a:t>
            </a:r>
            <a:r>
              <a:rPr dirty="0" sz="2100" spc="2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like</a:t>
            </a:r>
            <a:r>
              <a:rPr dirty="0" sz="2100" spc="2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many</a:t>
            </a:r>
            <a:r>
              <a:rPr dirty="0" sz="2100" spc="22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rural </a:t>
            </a:r>
            <a:r>
              <a:rPr dirty="0" sz="2100">
                <a:latin typeface="Times New Roman"/>
                <a:cs typeface="Times New Roman"/>
              </a:rPr>
              <a:t>areas,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Matoor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faces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its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own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set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of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challenges.</a:t>
            </a:r>
            <a:endParaRPr sz="2100">
              <a:latin typeface="Times New Roman"/>
              <a:cs typeface="Times New Roman"/>
            </a:endParaRPr>
          </a:p>
          <a:p>
            <a:pPr algn="just" marL="12700" marR="5080" indent="93345">
              <a:lnSpc>
                <a:spcPts val="2250"/>
              </a:lnSpc>
            </a:pPr>
            <a:r>
              <a:rPr dirty="0" sz="2100">
                <a:latin typeface="Times New Roman"/>
                <a:cs typeface="Times New Roman"/>
              </a:rPr>
              <a:t>Traditional</a:t>
            </a:r>
            <a:r>
              <a:rPr dirty="0" sz="2100" spc="2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farming</a:t>
            </a:r>
            <a:r>
              <a:rPr dirty="0" sz="2100" spc="2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methods,</a:t>
            </a:r>
            <a:r>
              <a:rPr dirty="0" sz="2100" spc="2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reliant</a:t>
            </a:r>
            <a:r>
              <a:rPr dirty="0" sz="2100" spc="2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on</a:t>
            </a:r>
            <a:r>
              <a:rPr dirty="0" sz="2100" spc="2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chemical</a:t>
            </a:r>
            <a:r>
              <a:rPr dirty="0" sz="2100" spc="2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inputs,</a:t>
            </a:r>
            <a:r>
              <a:rPr dirty="0" sz="2100" spc="2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have</a:t>
            </a:r>
            <a:r>
              <a:rPr dirty="0" sz="2100" spc="2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taken</a:t>
            </a:r>
            <a:r>
              <a:rPr dirty="0" sz="2100" spc="2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</a:t>
            </a:r>
            <a:r>
              <a:rPr dirty="0" sz="2100" spc="2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toll</a:t>
            </a:r>
            <a:r>
              <a:rPr dirty="0" sz="2100" spc="215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Times New Roman"/>
                <a:cs typeface="Times New Roman"/>
              </a:rPr>
              <a:t>on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environment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soil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health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over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years.</a:t>
            </a:r>
            <a:endParaRPr sz="2100">
              <a:latin typeface="Times New Roman"/>
              <a:cs typeface="Times New Roman"/>
            </a:endParaRPr>
          </a:p>
          <a:p>
            <a:pPr algn="just" marL="12700" marR="5080" indent="81915">
              <a:lnSpc>
                <a:spcPts val="2250"/>
              </a:lnSpc>
            </a:pPr>
            <a:r>
              <a:rPr dirty="0" sz="2100">
                <a:latin typeface="Times New Roman"/>
                <a:cs typeface="Times New Roman"/>
              </a:rPr>
              <a:t>Situated</a:t>
            </a:r>
            <a:r>
              <a:rPr dirty="0" sz="2100" spc="1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in</a:t>
            </a:r>
            <a:r>
              <a:rPr dirty="0" sz="2100" spc="13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</a:t>
            </a:r>
            <a:r>
              <a:rPr dirty="0" sz="2100" spc="13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region</a:t>
            </a:r>
            <a:r>
              <a:rPr dirty="0" sz="2100" spc="13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where</a:t>
            </a:r>
            <a:r>
              <a:rPr dirty="0" sz="2100" spc="13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agriculture</a:t>
            </a:r>
            <a:r>
              <a:rPr dirty="0" sz="2100" spc="13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region</a:t>
            </a:r>
            <a:r>
              <a:rPr dirty="0" sz="2100" spc="13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supreme,</a:t>
            </a:r>
            <a:r>
              <a:rPr dirty="0" sz="2100" spc="13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13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village’s</a:t>
            </a:r>
            <a:r>
              <a:rPr dirty="0" sz="2100" spc="13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livelihood </a:t>
            </a:r>
            <a:r>
              <a:rPr dirty="0" sz="2100">
                <a:latin typeface="Times New Roman"/>
                <a:cs typeface="Times New Roman"/>
              </a:rPr>
              <a:t>is</a:t>
            </a:r>
            <a:r>
              <a:rPr dirty="0" sz="2100" spc="6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intricately</a:t>
            </a:r>
            <a:r>
              <a:rPr dirty="0" sz="2100" spc="6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tied</a:t>
            </a:r>
            <a:r>
              <a:rPr dirty="0" sz="2100" spc="6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to</a:t>
            </a:r>
            <a:r>
              <a:rPr dirty="0" sz="2100" spc="6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6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cultivation</a:t>
            </a:r>
            <a:r>
              <a:rPr dirty="0" sz="2100" spc="6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of</a:t>
            </a:r>
            <a:r>
              <a:rPr dirty="0" sz="2100" spc="6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crops</a:t>
            </a:r>
            <a:r>
              <a:rPr dirty="0" sz="2100" spc="6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6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6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bounty</a:t>
            </a:r>
            <a:r>
              <a:rPr dirty="0" sz="2100" spc="6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of</a:t>
            </a:r>
            <a:r>
              <a:rPr dirty="0" sz="2100" spc="6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65">
                <a:latin typeface="Times New Roman"/>
                <a:cs typeface="Times New Roman"/>
              </a:rPr>
              <a:t>  </a:t>
            </a:r>
            <a:r>
              <a:rPr dirty="0" sz="2100" spc="-10">
                <a:latin typeface="Times New Roman"/>
                <a:cs typeface="Times New Roman"/>
              </a:rPr>
              <a:t>land. </a:t>
            </a:r>
            <a:r>
              <a:rPr dirty="0" sz="2100">
                <a:latin typeface="Times New Roman"/>
                <a:cs typeface="Times New Roman"/>
              </a:rPr>
              <a:t>However,</a:t>
            </a:r>
            <a:r>
              <a:rPr dirty="0" sz="2100" spc="4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despite</a:t>
            </a:r>
            <a:r>
              <a:rPr dirty="0" sz="2100" spc="43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its</a:t>
            </a:r>
            <a:r>
              <a:rPr dirty="0" sz="2100" spc="43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rich</a:t>
            </a:r>
            <a:r>
              <a:rPr dirty="0" sz="2100" spc="43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agricultural</a:t>
            </a:r>
            <a:r>
              <a:rPr dirty="0" sz="2100" spc="43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heritage,</a:t>
            </a:r>
            <a:r>
              <a:rPr dirty="0" sz="2100" spc="43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43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village</a:t>
            </a:r>
            <a:r>
              <a:rPr dirty="0" sz="2100" spc="4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faces</a:t>
            </a:r>
            <a:r>
              <a:rPr dirty="0" sz="2100" spc="43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an</a:t>
            </a:r>
            <a:r>
              <a:rPr dirty="0" sz="2100" spc="43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array</a:t>
            </a:r>
            <a:r>
              <a:rPr dirty="0" sz="2100" spc="430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Times New Roman"/>
                <a:cs typeface="Times New Roman"/>
              </a:rPr>
              <a:t>of </a:t>
            </a:r>
            <a:r>
              <a:rPr dirty="0" sz="2100">
                <a:latin typeface="Times New Roman"/>
                <a:cs typeface="Times New Roman"/>
              </a:rPr>
              <a:t>challenges,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primarily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concerning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irrigation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facilities.</a:t>
            </a:r>
            <a:endParaRPr sz="2100">
              <a:latin typeface="Times New Roman"/>
              <a:cs typeface="Times New Roman"/>
            </a:endParaRPr>
          </a:p>
          <a:p>
            <a:pPr algn="just" marL="12700" marR="5080" indent="138430">
              <a:lnSpc>
                <a:spcPts val="2250"/>
              </a:lnSpc>
            </a:pPr>
            <a:r>
              <a:rPr dirty="0" sz="2100">
                <a:latin typeface="Times New Roman"/>
                <a:cs typeface="Times New Roman"/>
              </a:rPr>
              <a:t>Water</a:t>
            </a:r>
            <a:r>
              <a:rPr dirty="0" sz="2100" spc="2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scarcity</a:t>
            </a:r>
            <a:r>
              <a:rPr dirty="0" sz="2100" spc="3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during</a:t>
            </a:r>
            <a:r>
              <a:rPr dirty="0" sz="2100" spc="2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critical</a:t>
            </a:r>
            <a:r>
              <a:rPr dirty="0" sz="2100" spc="3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farming</a:t>
            </a:r>
            <a:r>
              <a:rPr dirty="0" sz="2100" spc="3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seasons</a:t>
            </a:r>
            <a:r>
              <a:rPr dirty="0" sz="2100" spc="2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has</a:t>
            </a:r>
            <a:r>
              <a:rPr dirty="0" sz="2100" spc="3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slow</a:t>
            </a:r>
            <a:r>
              <a:rPr dirty="0" sz="2100" spc="3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crop</a:t>
            </a:r>
            <a:r>
              <a:rPr dirty="0" sz="2100" spc="2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growth</a:t>
            </a:r>
            <a:r>
              <a:rPr dirty="0" sz="2100" spc="30">
                <a:latin typeface="Times New Roman"/>
                <a:cs typeface="Times New Roman"/>
              </a:rPr>
              <a:t>  </a:t>
            </a:r>
            <a:r>
              <a:rPr dirty="0" sz="2100" spc="-25">
                <a:latin typeface="Times New Roman"/>
                <a:cs typeface="Times New Roman"/>
              </a:rPr>
              <a:t>and </a:t>
            </a:r>
            <a:r>
              <a:rPr dirty="0" sz="2100">
                <a:latin typeface="Times New Roman"/>
                <a:cs typeface="Times New Roman"/>
              </a:rPr>
              <a:t>productivity,</a:t>
            </a:r>
            <a:r>
              <a:rPr dirty="0" sz="2100" spc="459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posing</a:t>
            </a:r>
            <a:r>
              <a:rPr dirty="0" sz="2100" spc="46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</a:t>
            </a:r>
            <a:r>
              <a:rPr dirty="0" sz="2100" spc="46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substantial</a:t>
            </a:r>
            <a:r>
              <a:rPr dirty="0" sz="2100" spc="46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threat</a:t>
            </a:r>
            <a:r>
              <a:rPr dirty="0" sz="2100" spc="46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to</a:t>
            </a:r>
            <a:r>
              <a:rPr dirty="0" sz="2100" spc="46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46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economical</a:t>
            </a:r>
            <a:r>
              <a:rPr dirty="0" sz="2100" spc="46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well-being</a:t>
            </a:r>
            <a:r>
              <a:rPr dirty="0" sz="2100" spc="46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of</a:t>
            </a:r>
            <a:r>
              <a:rPr dirty="0" sz="2100" spc="465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Times New Roman"/>
                <a:cs typeface="Times New Roman"/>
              </a:rPr>
              <a:t>its </a:t>
            </a:r>
            <a:r>
              <a:rPr dirty="0" sz="2100" spc="-10">
                <a:latin typeface="Times New Roman"/>
                <a:cs typeface="Times New Roman"/>
              </a:rPr>
              <a:t>residents.</a:t>
            </a:r>
            <a:endParaRPr sz="2100">
              <a:latin typeface="Times New Roman"/>
              <a:cs typeface="Times New Roman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2218" y="2441873"/>
            <a:ext cx="76199" cy="7619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2218" y="3299123"/>
            <a:ext cx="76199" cy="7619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2218" y="3870623"/>
            <a:ext cx="76199" cy="7619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2218" y="5013623"/>
            <a:ext cx="76199" cy="76199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14-</a:t>
            </a:r>
            <a:r>
              <a:rPr dirty="0" spc="95"/>
              <a:t>04-</a:t>
            </a:r>
            <a:r>
              <a:rPr dirty="0" spc="-20"/>
              <a:t>2026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17855">
              <a:lnSpc>
                <a:spcPts val="1150"/>
              </a:lnSpc>
            </a:pPr>
            <a:r>
              <a:rPr dirty="0" sz="1050" spc="85">
                <a:solidFill>
                  <a:srgbClr val="6A240A"/>
                </a:solidFill>
              </a:rPr>
              <a:t>BATCH</a:t>
            </a:r>
            <a:r>
              <a:rPr dirty="0" sz="1050" spc="65">
                <a:solidFill>
                  <a:srgbClr val="6A240A"/>
                </a:solidFill>
              </a:rPr>
              <a:t> </a:t>
            </a:r>
            <a:r>
              <a:rPr dirty="0" sz="1050" spc="-10">
                <a:solidFill>
                  <a:srgbClr val="6A240A"/>
                </a:solidFill>
              </a:rPr>
              <a:t>NO:227</a:t>
            </a:r>
            <a:endParaRPr sz="1050"/>
          </a:p>
        </p:txBody>
      </p:sp>
      <p:sp>
        <p:nvSpPr>
          <p:cNvPr id="11" name="object 11" descr=""/>
          <p:cNvSpPr txBox="1"/>
          <p:nvPr/>
        </p:nvSpPr>
        <p:spPr>
          <a:xfrm>
            <a:off x="1897118" y="6789908"/>
            <a:ext cx="3788410" cy="161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050" spc="85">
                <a:solidFill>
                  <a:srgbClr val="6A240A"/>
                </a:solidFill>
                <a:latin typeface="Cambria"/>
                <a:cs typeface="Cambria"/>
              </a:rPr>
              <a:t>DEPARTMENT</a:t>
            </a:r>
            <a:r>
              <a:rPr dirty="0" sz="1050" spc="60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75">
                <a:solidFill>
                  <a:srgbClr val="6A240A"/>
                </a:solidFill>
                <a:latin typeface="Cambria"/>
                <a:cs typeface="Cambria"/>
              </a:rPr>
              <a:t>OF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90">
                <a:solidFill>
                  <a:srgbClr val="6A240A"/>
                </a:solidFill>
                <a:latin typeface="Cambria"/>
                <a:cs typeface="Cambria"/>
              </a:rPr>
              <a:t>COMPUTER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95">
                <a:solidFill>
                  <a:srgbClr val="6A240A"/>
                </a:solidFill>
                <a:latin typeface="Cambria"/>
                <a:cs typeface="Cambria"/>
              </a:rPr>
              <a:t>SCIENCE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&amp; </a:t>
            </a:r>
            <a:r>
              <a:rPr dirty="0" sz="1050" spc="90">
                <a:solidFill>
                  <a:srgbClr val="6A240A"/>
                </a:solidFill>
                <a:latin typeface="Cambria"/>
                <a:cs typeface="Cambria"/>
              </a:rPr>
              <a:t>ENGINEERING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1594">
              <a:lnSpc>
                <a:spcPts val="1255"/>
              </a:lnSpc>
            </a:pPr>
            <a:fld id="{81D60167-4931-47E6-BA6A-407CBD079E47}" type="slidenum">
              <a:rPr dirty="0" spc="80"/>
              <a:t>4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2047" y="1134405"/>
            <a:ext cx="5380355" cy="4159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ACTIVITY</a:t>
            </a:r>
            <a:r>
              <a:rPr dirty="0" spc="-35"/>
              <a:t> </a:t>
            </a:r>
            <a:r>
              <a:rPr dirty="0"/>
              <a:t>LOG(10</a:t>
            </a:r>
            <a:r>
              <a:rPr dirty="0" spc="-25"/>
              <a:t> </a:t>
            </a:r>
            <a:r>
              <a:rPr dirty="0"/>
              <a:t>Days</a:t>
            </a:r>
            <a:r>
              <a:rPr dirty="0" spc="-25"/>
              <a:t> </a:t>
            </a:r>
            <a:r>
              <a:rPr dirty="0" spc="-10"/>
              <a:t>mandatory)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536435" y="1846147"/>
            <a:ext cx="8399145" cy="396875"/>
          </a:xfrm>
          <a:custGeom>
            <a:avLst/>
            <a:gdLst/>
            <a:ahLst/>
            <a:cxnLst/>
            <a:rect l="l" t="t" r="r" b="b"/>
            <a:pathLst>
              <a:path w="8399145" h="396875">
                <a:moveTo>
                  <a:pt x="8398942" y="0"/>
                </a:moveTo>
                <a:lnTo>
                  <a:pt x="8398942" y="0"/>
                </a:lnTo>
                <a:lnTo>
                  <a:pt x="0" y="0"/>
                </a:lnTo>
                <a:lnTo>
                  <a:pt x="0" y="392061"/>
                </a:lnTo>
                <a:lnTo>
                  <a:pt x="1291412" y="392061"/>
                </a:lnTo>
                <a:lnTo>
                  <a:pt x="1291412" y="396824"/>
                </a:lnTo>
                <a:lnTo>
                  <a:pt x="1296174" y="396824"/>
                </a:lnTo>
                <a:lnTo>
                  <a:pt x="1296174" y="392061"/>
                </a:lnTo>
                <a:lnTo>
                  <a:pt x="4970907" y="392061"/>
                </a:lnTo>
                <a:lnTo>
                  <a:pt x="4970907" y="396824"/>
                </a:lnTo>
                <a:lnTo>
                  <a:pt x="4975669" y="396824"/>
                </a:lnTo>
                <a:lnTo>
                  <a:pt x="4975669" y="392061"/>
                </a:lnTo>
                <a:lnTo>
                  <a:pt x="8398942" y="392061"/>
                </a:lnTo>
                <a:lnTo>
                  <a:pt x="83989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74199" y="1800907"/>
            <a:ext cx="1063625" cy="231013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1500" spc="-10" b="1">
                <a:solidFill>
                  <a:srgbClr val="FFFFFF"/>
                </a:solidFill>
                <a:latin typeface="Palatino Linotype"/>
                <a:cs typeface="Palatino Linotype"/>
              </a:rPr>
              <a:t>Day/Date</a:t>
            </a:r>
            <a:endParaRPr sz="1500">
              <a:latin typeface="Palatino Linotype"/>
              <a:cs typeface="Palatino Linotype"/>
            </a:endParaRPr>
          </a:p>
          <a:p>
            <a:pPr marL="69850">
              <a:lnSpc>
                <a:spcPct val="100000"/>
              </a:lnSpc>
              <a:spcBef>
                <a:spcPts val="890"/>
              </a:spcBef>
            </a:pPr>
            <a:r>
              <a:rPr dirty="0" sz="1900" spc="-50">
                <a:latin typeface="Cambria"/>
                <a:cs typeface="Cambria"/>
              </a:rPr>
              <a:t>24/11/24</a:t>
            </a: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900" spc="-10">
                <a:latin typeface="Cambria"/>
                <a:cs typeface="Cambria"/>
              </a:rPr>
              <a:t>14/12/24</a:t>
            </a: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1900" spc="-10">
                <a:latin typeface="Cambria"/>
                <a:cs typeface="Cambria"/>
              </a:rPr>
              <a:t>19/12/24</a:t>
            </a: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900" spc="-10">
                <a:latin typeface="Cambria"/>
                <a:cs typeface="Cambria"/>
              </a:rPr>
              <a:t>22/12/24</a:t>
            </a: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1900" spc="-10">
                <a:latin typeface="Cambria"/>
                <a:cs typeface="Cambria"/>
              </a:rPr>
              <a:t>31/12/24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865610" y="1772384"/>
            <a:ext cx="3383279" cy="2367280"/>
          </a:xfrm>
          <a:prstGeom prst="rect">
            <a:avLst/>
          </a:prstGeom>
        </p:spPr>
        <p:txBody>
          <a:bodyPr wrap="square" lIns="0" tIns="26669" rIns="0" bIns="0" rtlCol="0" vert="horz">
            <a:spAutoFit/>
          </a:bodyPr>
          <a:lstStyle/>
          <a:p>
            <a:pPr marL="12700" marR="554990">
              <a:lnSpc>
                <a:spcPts val="1730"/>
              </a:lnSpc>
              <a:spcBef>
                <a:spcPts val="209"/>
              </a:spcBef>
            </a:pPr>
            <a:r>
              <a:rPr dirty="0" sz="1500" spc="75" b="1">
                <a:solidFill>
                  <a:srgbClr val="FFFFFF"/>
                </a:solidFill>
                <a:latin typeface="Palatino Linotype"/>
                <a:cs typeface="Palatino Linotype"/>
              </a:rPr>
              <a:t>Brief</a:t>
            </a:r>
            <a:r>
              <a:rPr dirty="0" sz="1500" spc="45" b="1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1500" spc="70" b="1">
                <a:solidFill>
                  <a:srgbClr val="FFFFFF"/>
                </a:solidFill>
                <a:latin typeface="Palatino Linotype"/>
                <a:cs typeface="Palatino Linotype"/>
              </a:rPr>
              <a:t>Description</a:t>
            </a:r>
            <a:r>
              <a:rPr dirty="0" sz="1500" spc="45" b="1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1500" b="1">
                <a:solidFill>
                  <a:srgbClr val="FFFFFF"/>
                </a:solidFill>
                <a:latin typeface="Palatino Linotype"/>
                <a:cs typeface="Palatino Linotype"/>
              </a:rPr>
              <a:t>of</a:t>
            </a:r>
            <a:r>
              <a:rPr dirty="0" sz="1500" spc="45" b="1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1500" spc="75" b="1">
                <a:solidFill>
                  <a:srgbClr val="FFFFFF"/>
                </a:solidFill>
                <a:latin typeface="Palatino Linotype"/>
                <a:cs typeface="Palatino Linotype"/>
              </a:rPr>
              <a:t>the</a:t>
            </a:r>
            <a:r>
              <a:rPr dirty="0" sz="1500" spc="50" b="1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1500" spc="40" b="1">
                <a:solidFill>
                  <a:srgbClr val="FFFFFF"/>
                </a:solidFill>
                <a:latin typeface="Palatino Linotype"/>
                <a:cs typeface="Palatino Linotype"/>
              </a:rPr>
              <a:t>daily </a:t>
            </a:r>
            <a:r>
              <a:rPr dirty="0" sz="1500" spc="65" b="1">
                <a:solidFill>
                  <a:srgbClr val="FFFFFF"/>
                </a:solidFill>
                <a:latin typeface="Palatino Linotype"/>
                <a:cs typeface="Palatino Linotype"/>
              </a:rPr>
              <a:t>activity</a:t>
            </a:r>
            <a:endParaRPr sz="15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1900">
                <a:latin typeface="Times New Roman"/>
                <a:cs typeface="Times New Roman"/>
              </a:rPr>
              <a:t>Selected</a:t>
            </a:r>
            <a:r>
              <a:rPr dirty="0" sz="1900" spc="15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the</a:t>
            </a:r>
            <a:r>
              <a:rPr dirty="0" sz="1900" spc="15">
                <a:latin typeface="Times New Roman"/>
                <a:cs typeface="Times New Roman"/>
              </a:rPr>
              <a:t> </a:t>
            </a:r>
            <a:r>
              <a:rPr dirty="0" sz="1900" spc="-10">
                <a:latin typeface="Times New Roman"/>
                <a:cs typeface="Times New Roman"/>
              </a:rPr>
              <a:t>project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900" spc="-10">
                <a:latin typeface="Times New Roman"/>
                <a:cs typeface="Times New Roman"/>
              </a:rPr>
              <a:t>survey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1900">
                <a:latin typeface="Times New Roman"/>
                <a:cs typeface="Times New Roman"/>
              </a:rPr>
              <a:t>Conclusion</a:t>
            </a:r>
            <a:r>
              <a:rPr dirty="0" sz="1900" spc="25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on</a:t>
            </a:r>
            <a:r>
              <a:rPr dirty="0" sz="1900" spc="30">
                <a:latin typeface="Times New Roman"/>
                <a:cs typeface="Times New Roman"/>
              </a:rPr>
              <a:t> </a:t>
            </a:r>
            <a:r>
              <a:rPr dirty="0" sz="1900" spc="-10">
                <a:latin typeface="Times New Roman"/>
                <a:cs typeface="Times New Roman"/>
              </a:rPr>
              <a:t>survey</a:t>
            </a:r>
            <a:endParaRPr sz="1900">
              <a:latin typeface="Times New Roman"/>
              <a:cs typeface="Times New Roman"/>
            </a:endParaRPr>
          </a:p>
          <a:p>
            <a:pPr marL="12700" marR="5080">
              <a:lnSpc>
                <a:spcPct val="135400"/>
              </a:lnSpc>
            </a:pPr>
            <a:r>
              <a:rPr dirty="0" sz="1900">
                <a:latin typeface="Times New Roman"/>
                <a:cs typeface="Times New Roman"/>
              </a:rPr>
              <a:t>Found</a:t>
            </a:r>
            <a:r>
              <a:rPr dirty="0" sz="1900" spc="1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solution</a:t>
            </a:r>
            <a:r>
              <a:rPr dirty="0" sz="1900" spc="15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for</a:t>
            </a:r>
            <a:r>
              <a:rPr dirty="0" sz="1900" spc="15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the</a:t>
            </a:r>
            <a:r>
              <a:rPr dirty="0" sz="1900" spc="15">
                <a:latin typeface="Times New Roman"/>
                <a:cs typeface="Times New Roman"/>
              </a:rPr>
              <a:t> </a:t>
            </a:r>
            <a:r>
              <a:rPr dirty="0" sz="1900" spc="-10">
                <a:latin typeface="Times New Roman"/>
                <a:cs typeface="Times New Roman"/>
              </a:rPr>
              <a:t>problem </a:t>
            </a:r>
            <a:r>
              <a:rPr dirty="0" sz="1900">
                <a:latin typeface="Times New Roman"/>
                <a:cs typeface="Times New Roman"/>
              </a:rPr>
              <a:t>awareness</a:t>
            </a:r>
            <a:r>
              <a:rPr dirty="0" sz="1900" spc="1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for</a:t>
            </a:r>
            <a:r>
              <a:rPr dirty="0" sz="1900" spc="1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farmers</a:t>
            </a:r>
            <a:r>
              <a:rPr dirty="0" sz="1900" spc="15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about</a:t>
            </a:r>
            <a:r>
              <a:rPr dirty="0" sz="1900" spc="10">
                <a:latin typeface="Times New Roman"/>
                <a:cs typeface="Times New Roman"/>
              </a:rPr>
              <a:t> </a:t>
            </a:r>
            <a:r>
              <a:rPr dirty="0" sz="1900" spc="-10">
                <a:latin typeface="Times New Roman"/>
                <a:cs typeface="Times New Roman"/>
              </a:rPr>
              <a:t>smart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519706" y="1886684"/>
            <a:ext cx="3292475" cy="23958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ts val="1795"/>
              </a:lnSpc>
              <a:spcBef>
                <a:spcPts val="90"/>
              </a:spcBef>
            </a:pPr>
            <a:r>
              <a:rPr dirty="0" sz="1500" spc="85" b="1">
                <a:solidFill>
                  <a:srgbClr val="FFFFFF"/>
                </a:solidFill>
                <a:latin typeface="Palatino Linotype"/>
                <a:cs typeface="Palatino Linotype"/>
              </a:rPr>
              <a:t>Learning</a:t>
            </a:r>
            <a:r>
              <a:rPr dirty="0" sz="1500" spc="50" b="1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1500" spc="45" b="1">
                <a:solidFill>
                  <a:srgbClr val="FFFFFF"/>
                </a:solidFill>
                <a:latin typeface="Palatino Linotype"/>
                <a:cs typeface="Palatino Linotype"/>
              </a:rPr>
              <a:t>Outcome</a:t>
            </a:r>
            <a:endParaRPr sz="1500">
              <a:latin typeface="Palatino Linotype"/>
              <a:cs typeface="Palatino Linotype"/>
            </a:endParaRPr>
          </a:p>
          <a:p>
            <a:pPr marL="38100" marR="30480">
              <a:lnSpc>
                <a:spcPts val="2250"/>
              </a:lnSpc>
              <a:spcBef>
                <a:spcPts val="95"/>
              </a:spcBef>
            </a:pPr>
            <a:r>
              <a:rPr dirty="0" sz="1900">
                <a:latin typeface="Times New Roman"/>
                <a:cs typeface="Times New Roman"/>
              </a:rPr>
              <a:t>Got</a:t>
            </a:r>
            <a:r>
              <a:rPr dirty="0" sz="1900" spc="5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to</a:t>
            </a:r>
            <a:r>
              <a:rPr dirty="0" sz="1900" spc="1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know</a:t>
            </a:r>
            <a:r>
              <a:rPr dirty="0" sz="1900" spc="1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that</a:t>
            </a:r>
            <a:r>
              <a:rPr dirty="0" sz="1900" spc="1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there</a:t>
            </a:r>
            <a:r>
              <a:rPr dirty="0" sz="1900" spc="1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is</a:t>
            </a:r>
            <a:r>
              <a:rPr dirty="0" sz="1900" spc="1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a</a:t>
            </a:r>
            <a:r>
              <a:rPr dirty="0" sz="1900" spc="10">
                <a:latin typeface="Times New Roman"/>
                <a:cs typeface="Times New Roman"/>
              </a:rPr>
              <a:t> </a:t>
            </a:r>
            <a:r>
              <a:rPr dirty="0" sz="1900" spc="-20">
                <a:latin typeface="Times New Roman"/>
                <a:cs typeface="Times New Roman"/>
              </a:rPr>
              <a:t>major </a:t>
            </a:r>
            <a:r>
              <a:rPr dirty="0" sz="1900">
                <a:latin typeface="Times New Roman"/>
                <a:cs typeface="Times New Roman"/>
              </a:rPr>
              <a:t>problem</a:t>
            </a:r>
            <a:r>
              <a:rPr dirty="0" sz="1900" spc="15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in</a:t>
            </a:r>
            <a:r>
              <a:rPr dirty="0" sz="1900" spc="20">
                <a:latin typeface="Times New Roman"/>
                <a:cs typeface="Times New Roman"/>
              </a:rPr>
              <a:t> </a:t>
            </a:r>
            <a:r>
              <a:rPr dirty="0" sz="1900" spc="-10">
                <a:latin typeface="Times New Roman"/>
                <a:cs typeface="Times New Roman"/>
              </a:rPr>
              <a:t>fields</a:t>
            </a:r>
            <a:endParaRPr sz="1900">
              <a:latin typeface="Times New Roman"/>
              <a:cs typeface="Times New Roman"/>
            </a:endParaRPr>
          </a:p>
          <a:p>
            <a:pPr marL="38100">
              <a:lnSpc>
                <a:spcPts val="1735"/>
              </a:lnSpc>
            </a:pPr>
            <a:r>
              <a:rPr dirty="0" sz="1900">
                <a:latin typeface="Times New Roman"/>
                <a:cs typeface="Times New Roman"/>
              </a:rPr>
              <a:t>problem</a:t>
            </a:r>
            <a:r>
              <a:rPr dirty="0" sz="1900" spc="1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they</a:t>
            </a:r>
            <a:r>
              <a:rPr dirty="0" sz="1900" spc="15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are</a:t>
            </a:r>
            <a:r>
              <a:rPr dirty="0" sz="1900" spc="15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rising</a:t>
            </a:r>
            <a:r>
              <a:rPr dirty="0" sz="1900" spc="15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in</a:t>
            </a:r>
            <a:r>
              <a:rPr dirty="0" sz="1900" spc="15">
                <a:latin typeface="Times New Roman"/>
                <a:cs typeface="Times New Roman"/>
              </a:rPr>
              <a:t> </a:t>
            </a:r>
            <a:r>
              <a:rPr dirty="0" sz="1900" spc="-25">
                <a:latin typeface="Times New Roman"/>
                <a:cs typeface="Times New Roman"/>
              </a:rPr>
              <a:t>the</a:t>
            </a:r>
            <a:endParaRPr sz="1900">
              <a:latin typeface="Times New Roman"/>
              <a:cs typeface="Times New Roman"/>
            </a:endParaRPr>
          </a:p>
          <a:p>
            <a:pPr marL="38100">
              <a:lnSpc>
                <a:spcPts val="2120"/>
              </a:lnSpc>
            </a:pPr>
            <a:r>
              <a:rPr dirty="0" sz="1900">
                <a:latin typeface="Times New Roman"/>
                <a:cs typeface="Times New Roman"/>
              </a:rPr>
              <a:t>Major</a:t>
            </a:r>
            <a:r>
              <a:rPr dirty="0" sz="1900" spc="15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problems</a:t>
            </a:r>
            <a:r>
              <a:rPr dirty="0" sz="1900" spc="2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delay</a:t>
            </a:r>
            <a:r>
              <a:rPr dirty="0" sz="1900" spc="2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of</a:t>
            </a:r>
            <a:r>
              <a:rPr dirty="0" sz="1900" spc="15">
                <a:latin typeface="Times New Roman"/>
                <a:cs typeface="Times New Roman"/>
              </a:rPr>
              <a:t> </a:t>
            </a:r>
            <a:r>
              <a:rPr dirty="0" sz="1900" spc="-20">
                <a:latin typeface="Times New Roman"/>
                <a:cs typeface="Times New Roman"/>
              </a:rPr>
              <a:t>water</a:t>
            </a:r>
            <a:endParaRPr sz="19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805"/>
              </a:spcBef>
            </a:pPr>
            <a:r>
              <a:rPr dirty="0" baseline="24853" sz="2850" spc="-1110">
                <a:latin typeface="Times New Roman"/>
                <a:cs typeface="Times New Roman"/>
              </a:rPr>
              <a:t>s</a:t>
            </a:r>
            <a:r>
              <a:rPr dirty="0" sz="1900" spc="-425">
                <a:latin typeface="Times New Roman"/>
                <a:cs typeface="Times New Roman"/>
              </a:rPr>
              <a:t>T</a:t>
            </a:r>
            <a:r>
              <a:rPr dirty="0" baseline="24853" sz="2850" spc="-787">
                <a:latin typeface="Times New Roman"/>
                <a:cs typeface="Times New Roman"/>
              </a:rPr>
              <a:t>u</a:t>
            </a:r>
            <a:r>
              <a:rPr dirty="0" sz="1900" spc="-425">
                <a:latin typeface="Times New Roman"/>
                <a:cs typeface="Times New Roman"/>
              </a:rPr>
              <a:t>o</a:t>
            </a:r>
            <a:r>
              <a:rPr dirty="0" baseline="24853" sz="2850" spc="-75">
                <a:latin typeface="Times New Roman"/>
                <a:cs typeface="Times New Roman"/>
              </a:rPr>
              <a:t>p</a:t>
            </a:r>
            <a:r>
              <a:rPr dirty="0" sz="1900" spc="-900">
                <a:latin typeface="Times New Roman"/>
                <a:cs typeface="Times New Roman"/>
              </a:rPr>
              <a:t>d</a:t>
            </a:r>
            <a:r>
              <a:rPr dirty="0" baseline="24853" sz="2850" spc="-75">
                <a:latin typeface="Times New Roman"/>
                <a:cs typeface="Times New Roman"/>
              </a:rPr>
              <a:t>p</a:t>
            </a:r>
            <a:r>
              <a:rPr dirty="0" sz="1900" spc="-790">
                <a:latin typeface="Times New Roman"/>
                <a:cs typeface="Times New Roman"/>
              </a:rPr>
              <a:t>e</a:t>
            </a:r>
            <a:r>
              <a:rPr dirty="0" baseline="24853" sz="2850">
                <a:latin typeface="Times New Roman"/>
                <a:cs typeface="Times New Roman"/>
              </a:rPr>
              <a:t>l</a:t>
            </a:r>
            <a:r>
              <a:rPr dirty="0" baseline="24853" sz="2850" spc="-1035">
                <a:latin typeface="Times New Roman"/>
                <a:cs typeface="Times New Roman"/>
              </a:rPr>
              <a:t>y</a:t>
            </a:r>
            <a:r>
              <a:rPr dirty="0" sz="1900">
                <a:latin typeface="Times New Roman"/>
                <a:cs typeface="Times New Roman"/>
              </a:rPr>
              <a:t>v</a:t>
            </a:r>
            <a:r>
              <a:rPr dirty="0" sz="1900" spc="-630">
                <a:latin typeface="Times New Roman"/>
                <a:cs typeface="Times New Roman"/>
              </a:rPr>
              <a:t>e</a:t>
            </a:r>
            <a:r>
              <a:rPr dirty="0" baseline="24853" sz="2850">
                <a:latin typeface="Times New Roman"/>
                <a:cs typeface="Times New Roman"/>
              </a:rPr>
              <a:t>f</a:t>
            </a:r>
            <a:r>
              <a:rPr dirty="0" sz="1900" spc="-525">
                <a:latin typeface="Times New Roman"/>
                <a:cs typeface="Times New Roman"/>
              </a:rPr>
              <a:t>l</a:t>
            </a:r>
            <a:r>
              <a:rPr dirty="0" baseline="24853" sz="2850" spc="-637">
                <a:latin typeface="Times New Roman"/>
                <a:cs typeface="Times New Roman"/>
              </a:rPr>
              <a:t>o</a:t>
            </a:r>
            <a:r>
              <a:rPr dirty="0" sz="1900" spc="-525">
                <a:latin typeface="Times New Roman"/>
                <a:cs typeface="Times New Roman"/>
              </a:rPr>
              <a:t>o</a:t>
            </a:r>
            <a:r>
              <a:rPr dirty="0" baseline="24853" sz="2850" spc="-157">
                <a:latin typeface="Times New Roman"/>
                <a:cs typeface="Times New Roman"/>
              </a:rPr>
              <a:t>r</a:t>
            </a:r>
            <a:r>
              <a:rPr dirty="0" sz="1900" spc="-370">
                <a:latin typeface="Times New Roman"/>
                <a:cs typeface="Times New Roman"/>
              </a:rPr>
              <a:t>p</a:t>
            </a:r>
            <a:r>
              <a:rPr dirty="0" baseline="24853" sz="2850">
                <a:latin typeface="Times New Roman"/>
                <a:cs typeface="Times New Roman"/>
              </a:rPr>
              <a:t>t</a:t>
            </a:r>
            <a:r>
              <a:rPr dirty="0" baseline="24853" sz="2850" spc="-952">
                <a:latin typeface="Times New Roman"/>
                <a:cs typeface="Times New Roman"/>
              </a:rPr>
              <a:t>h</a:t>
            </a:r>
            <a:r>
              <a:rPr dirty="0" sz="1900" spc="-210">
                <a:latin typeface="Times New Roman"/>
                <a:cs typeface="Times New Roman"/>
              </a:rPr>
              <a:t>a</a:t>
            </a:r>
            <a:r>
              <a:rPr dirty="0" baseline="24853" sz="2850" spc="-240">
                <a:latin typeface="Times New Roman"/>
                <a:cs typeface="Times New Roman"/>
              </a:rPr>
              <a:t>e</a:t>
            </a:r>
            <a:r>
              <a:rPr dirty="0" sz="1900" spc="-315">
                <a:latin typeface="Times New Roman"/>
                <a:cs typeface="Times New Roman"/>
              </a:rPr>
              <a:t>d</a:t>
            </a:r>
            <a:r>
              <a:rPr dirty="0" baseline="24853" sz="2850" spc="-480">
                <a:latin typeface="Times New Roman"/>
                <a:cs typeface="Times New Roman"/>
              </a:rPr>
              <a:t>f</a:t>
            </a:r>
            <a:r>
              <a:rPr dirty="0" sz="1900" spc="-525">
                <a:latin typeface="Times New Roman"/>
                <a:cs typeface="Times New Roman"/>
              </a:rPr>
              <a:t>e</a:t>
            </a:r>
            <a:r>
              <a:rPr dirty="0" baseline="24853" sz="2850">
                <a:latin typeface="Times New Roman"/>
                <a:cs typeface="Times New Roman"/>
              </a:rPr>
              <a:t>i</a:t>
            </a:r>
            <a:r>
              <a:rPr dirty="0" sz="1900" spc="-950">
                <a:latin typeface="Times New Roman"/>
                <a:cs typeface="Times New Roman"/>
              </a:rPr>
              <a:t>v</a:t>
            </a:r>
            <a:r>
              <a:rPr dirty="0" baseline="24853" sz="2850">
                <a:latin typeface="Times New Roman"/>
                <a:cs typeface="Times New Roman"/>
              </a:rPr>
              <a:t>e</a:t>
            </a:r>
            <a:r>
              <a:rPr dirty="0" baseline="24853" sz="2850" spc="-637">
                <a:latin typeface="Times New Roman"/>
                <a:cs typeface="Times New Roman"/>
              </a:rPr>
              <a:t>l</a:t>
            </a:r>
            <a:r>
              <a:rPr dirty="0" sz="1900" spc="-105">
                <a:latin typeface="Times New Roman"/>
                <a:cs typeface="Times New Roman"/>
              </a:rPr>
              <a:t>i</a:t>
            </a:r>
            <a:r>
              <a:rPr dirty="0" baseline="24853" sz="2850" spc="-1267">
                <a:latin typeface="Times New Roman"/>
                <a:cs typeface="Times New Roman"/>
              </a:rPr>
              <a:t>d</a:t>
            </a:r>
            <a:r>
              <a:rPr dirty="0" sz="1900">
                <a:latin typeface="Times New Roman"/>
                <a:cs typeface="Times New Roman"/>
              </a:rPr>
              <a:t>c</a:t>
            </a:r>
            <a:r>
              <a:rPr dirty="0" sz="1900" spc="-840">
                <a:latin typeface="Times New Roman"/>
                <a:cs typeface="Times New Roman"/>
              </a:rPr>
              <a:t>e</a:t>
            </a:r>
            <a:r>
              <a:rPr dirty="0" baseline="24853" sz="2850" spc="7">
                <a:latin typeface="Times New Roman"/>
                <a:cs typeface="Times New Roman"/>
              </a:rPr>
              <a:t>s</a:t>
            </a:r>
            <a:r>
              <a:rPr dirty="0" baseline="24853" sz="2850" spc="179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that</a:t>
            </a:r>
            <a:r>
              <a:rPr dirty="0" sz="1900" spc="15">
                <a:latin typeface="Times New Roman"/>
                <a:cs typeface="Times New Roman"/>
              </a:rPr>
              <a:t> </a:t>
            </a:r>
            <a:r>
              <a:rPr dirty="0" sz="1900" spc="-20">
                <a:latin typeface="Times New Roman"/>
                <a:cs typeface="Times New Roman"/>
              </a:rPr>
              <a:t>helps</a:t>
            </a:r>
            <a:endParaRPr sz="1900">
              <a:latin typeface="Times New Roman"/>
              <a:cs typeface="Times New Roman"/>
            </a:endParaRPr>
          </a:p>
          <a:p>
            <a:pPr marL="38100" marR="450215">
              <a:lnSpc>
                <a:spcPts val="2250"/>
              </a:lnSpc>
              <a:spcBef>
                <a:spcPts val="910"/>
              </a:spcBef>
            </a:pPr>
            <a:r>
              <a:rPr dirty="0" baseline="24853" sz="2850" spc="-952">
                <a:latin typeface="Times New Roman"/>
                <a:cs typeface="Times New Roman"/>
              </a:rPr>
              <a:t>f</a:t>
            </a:r>
            <a:r>
              <a:rPr dirty="0" sz="1900" spc="-1160">
                <a:latin typeface="Times New Roman"/>
                <a:cs typeface="Times New Roman"/>
              </a:rPr>
              <a:t>W</a:t>
            </a:r>
            <a:r>
              <a:rPr dirty="0" baseline="24853" sz="2850">
                <a:latin typeface="Times New Roman"/>
                <a:cs typeface="Times New Roman"/>
              </a:rPr>
              <a:t>a</a:t>
            </a:r>
            <a:r>
              <a:rPr dirty="0" baseline="24853" sz="2850" spc="-472">
                <a:latin typeface="Times New Roman"/>
                <a:cs typeface="Times New Roman"/>
              </a:rPr>
              <a:t>r</a:t>
            </a:r>
            <a:r>
              <a:rPr dirty="0" sz="1900" spc="-525">
                <a:latin typeface="Times New Roman"/>
                <a:cs typeface="Times New Roman"/>
              </a:rPr>
              <a:t>e</a:t>
            </a:r>
            <a:r>
              <a:rPr dirty="0" baseline="24853" sz="2850" spc="-719">
                <a:latin typeface="Times New Roman"/>
                <a:cs typeface="Times New Roman"/>
              </a:rPr>
              <a:t>m</a:t>
            </a:r>
            <a:r>
              <a:rPr dirty="0" sz="1900" spc="-480">
                <a:latin typeface="Times New Roman"/>
                <a:cs typeface="Times New Roman"/>
              </a:rPr>
              <a:t>h</a:t>
            </a:r>
            <a:r>
              <a:rPr dirty="0" baseline="24853" sz="2850" spc="-555">
                <a:latin typeface="Times New Roman"/>
                <a:cs typeface="Times New Roman"/>
              </a:rPr>
              <a:t>e</a:t>
            </a:r>
            <a:r>
              <a:rPr dirty="0" sz="1900" spc="-480">
                <a:latin typeface="Times New Roman"/>
                <a:cs typeface="Times New Roman"/>
              </a:rPr>
              <a:t>a</a:t>
            </a:r>
            <a:r>
              <a:rPr dirty="0" baseline="24853" sz="2850" spc="-232">
                <a:latin typeface="Times New Roman"/>
                <a:cs typeface="Times New Roman"/>
              </a:rPr>
              <a:t>r</a:t>
            </a:r>
            <a:r>
              <a:rPr dirty="0" sz="1900" spc="-795">
                <a:latin typeface="Times New Roman"/>
                <a:cs typeface="Times New Roman"/>
              </a:rPr>
              <a:t>v</a:t>
            </a:r>
            <a:r>
              <a:rPr dirty="0" baseline="24853" sz="2850" spc="82">
                <a:latin typeface="Times New Roman"/>
                <a:cs typeface="Times New Roman"/>
              </a:rPr>
              <a:t>s</a:t>
            </a:r>
            <a:r>
              <a:rPr dirty="0" sz="1900" spc="5">
                <a:latin typeface="Times New Roman"/>
                <a:cs typeface="Times New Roman"/>
              </a:rPr>
              <a:t>e</a:t>
            </a:r>
            <a:r>
              <a:rPr dirty="0" sz="1900" spc="15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to</a:t>
            </a:r>
            <a:r>
              <a:rPr dirty="0" sz="1900" spc="2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make</a:t>
            </a:r>
            <a:r>
              <a:rPr dirty="0" sz="1900" spc="2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some</a:t>
            </a:r>
            <a:r>
              <a:rPr dirty="0" sz="1900" spc="20">
                <a:latin typeface="Times New Roman"/>
                <a:cs typeface="Times New Roman"/>
              </a:rPr>
              <a:t> </a:t>
            </a:r>
            <a:r>
              <a:rPr dirty="0" sz="1900" spc="-20">
                <a:latin typeface="Times New Roman"/>
                <a:cs typeface="Times New Roman"/>
              </a:rPr>
              <a:t>rural </a:t>
            </a:r>
            <a:r>
              <a:rPr dirty="0" sz="1900" spc="-10">
                <a:latin typeface="Times New Roman"/>
                <a:cs typeface="Times New Roman"/>
              </a:rPr>
              <a:t>camps</a:t>
            </a:r>
            <a:endParaRPr sz="1900">
              <a:latin typeface="Times New Roman"/>
              <a:cs typeface="Times New Roman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536446" y="1846139"/>
            <a:ext cx="8399145" cy="2357120"/>
            <a:chOff x="536446" y="1846139"/>
            <a:chExt cx="8399145" cy="2357120"/>
          </a:xfrm>
        </p:grpSpPr>
        <p:sp>
          <p:nvSpPr>
            <p:cNvPr id="8" name="object 8" descr=""/>
            <p:cNvSpPr/>
            <p:nvPr/>
          </p:nvSpPr>
          <p:spPr>
            <a:xfrm>
              <a:off x="538822" y="1850910"/>
              <a:ext cx="8394700" cy="2347595"/>
            </a:xfrm>
            <a:custGeom>
              <a:avLst/>
              <a:gdLst/>
              <a:ahLst/>
              <a:cxnLst/>
              <a:rect l="l" t="t" r="r" b="b"/>
              <a:pathLst>
                <a:path w="8394700" h="2347595">
                  <a:moveTo>
                    <a:pt x="8394166" y="0"/>
                  </a:moveTo>
                  <a:lnTo>
                    <a:pt x="4970907" y="0"/>
                  </a:lnTo>
                  <a:lnTo>
                    <a:pt x="1291412" y="0"/>
                  </a:lnTo>
                  <a:lnTo>
                    <a:pt x="0" y="0"/>
                  </a:lnTo>
                  <a:lnTo>
                    <a:pt x="0" y="2347595"/>
                  </a:lnTo>
                  <a:lnTo>
                    <a:pt x="1291412" y="2347595"/>
                  </a:lnTo>
                  <a:lnTo>
                    <a:pt x="4970907" y="2347595"/>
                  </a:lnTo>
                  <a:lnTo>
                    <a:pt x="8394166" y="2347595"/>
                  </a:lnTo>
                  <a:lnTo>
                    <a:pt x="83941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36446" y="1848520"/>
              <a:ext cx="8399145" cy="2352675"/>
            </a:xfrm>
            <a:custGeom>
              <a:avLst/>
              <a:gdLst/>
              <a:ahLst/>
              <a:cxnLst/>
              <a:rect l="l" t="t" r="r" b="b"/>
              <a:pathLst>
                <a:path w="8399145" h="2352675">
                  <a:moveTo>
                    <a:pt x="2381" y="2381"/>
                  </a:moveTo>
                  <a:lnTo>
                    <a:pt x="2381" y="2349975"/>
                  </a:lnTo>
                </a:path>
                <a:path w="8399145" h="2352675">
                  <a:moveTo>
                    <a:pt x="1293791" y="2381"/>
                  </a:moveTo>
                  <a:lnTo>
                    <a:pt x="1293791" y="2349975"/>
                  </a:lnTo>
                </a:path>
                <a:path w="8399145" h="2352675">
                  <a:moveTo>
                    <a:pt x="4973287" y="2381"/>
                  </a:moveTo>
                  <a:lnTo>
                    <a:pt x="4973287" y="2349975"/>
                  </a:lnTo>
                </a:path>
                <a:path w="8399145" h="2352675">
                  <a:moveTo>
                    <a:pt x="8396551" y="2381"/>
                  </a:moveTo>
                  <a:lnTo>
                    <a:pt x="8396551" y="2349975"/>
                  </a:lnTo>
                </a:path>
                <a:path w="8399145" h="2352675">
                  <a:moveTo>
                    <a:pt x="0" y="0"/>
                  </a:moveTo>
                  <a:lnTo>
                    <a:pt x="8398932" y="0"/>
                  </a:lnTo>
                </a:path>
                <a:path w="8399145" h="2352675">
                  <a:moveTo>
                    <a:pt x="0" y="392059"/>
                  </a:moveTo>
                  <a:lnTo>
                    <a:pt x="8398932" y="392059"/>
                  </a:lnTo>
                </a:path>
                <a:path w="8399145" h="2352675">
                  <a:moveTo>
                    <a:pt x="0" y="784119"/>
                  </a:moveTo>
                  <a:lnTo>
                    <a:pt x="8398932" y="784119"/>
                  </a:lnTo>
                </a:path>
                <a:path w="8399145" h="2352675">
                  <a:moveTo>
                    <a:pt x="0" y="1176178"/>
                  </a:moveTo>
                  <a:lnTo>
                    <a:pt x="8398932" y="1176178"/>
                  </a:lnTo>
                </a:path>
                <a:path w="8399145" h="2352675">
                  <a:moveTo>
                    <a:pt x="0" y="1568238"/>
                  </a:moveTo>
                  <a:lnTo>
                    <a:pt x="8398932" y="1568238"/>
                  </a:lnTo>
                </a:path>
                <a:path w="8399145" h="2352675">
                  <a:moveTo>
                    <a:pt x="0" y="1960297"/>
                  </a:moveTo>
                  <a:lnTo>
                    <a:pt x="8398932" y="1960297"/>
                  </a:lnTo>
                </a:path>
                <a:path w="8399145" h="2352675">
                  <a:moveTo>
                    <a:pt x="0" y="2352357"/>
                  </a:moveTo>
                  <a:lnTo>
                    <a:pt x="8398932" y="2352357"/>
                  </a:lnTo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14-</a:t>
            </a:r>
            <a:r>
              <a:rPr dirty="0" spc="95"/>
              <a:t>04-</a:t>
            </a:r>
            <a:r>
              <a:rPr dirty="0" spc="-20"/>
              <a:t>2026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17855">
              <a:lnSpc>
                <a:spcPts val="1150"/>
              </a:lnSpc>
            </a:pPr>
            <a:r>
              <a:rPr dirty="0" sz="1050" spc="85">
                <a:solidFill>
                  <a:srgbClr val="6A240A"/>
                </a:solidFill>
              </a:rPr>
              <a:t>BATCH</a:t>
            </a:r>
            <a:r>
              <a:rPr dirty="0" sz="1050" spc="65">
                <a:solidFill>
                  <a:srgbClr val="6A240A"/>
                </a:solidFill>
              </a:rPr>
              <a:t> </a:t>
            </a:r>
            <a:r>
              <a:rPr dirty="0" sz="1050" spc="-10">
                <a:solidFill>
                  <a:srgbClr val="6A240A"/>
                </a:solidFill>
              </a:rPr>
              <a:t>NO:227</a:t>
            </a:r>
            <a:endParaRPr sz="1050"/>
          </a:p>
        </p:txBody>
      </p:sp>
      <p:sp>
        <p:nvSpPr>
          <p:cNvPr id="12" name="object 12" descr=""/>
          <p:cNvSpPr txBox="1"/>
          <p:nvPr/>
        </p:nvSpPr>
        <p:spPr>
          <a:xfrm>
            <a:off x="1897118" y="6789908"/>
            <a:ext cx="3788410" cy="161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050" spc="85">
                <a:solidFill>
                  <a:srgbClr val="6A240A"/>
                </a:solidFill>
                <a:latin typeface="Cambria"/>
                <a:cs typeface="Cambria"/>
              </a:rPr>
              <a:t>DEPARTMENT</a:t>
            </a:r>
            <a:r>
              <a:rPr dirty="0" sz="1050" spc="60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75">
                <a:solidFill>
                  <a:srgbClr val="6A240A"/>
                </a:solidFill>
                <a:latin typeface="Cambria"/>
                <a:cs typeface="Cambria"/>
              </a:rPr>
              <a:t>OF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90">
                <a:solidFill>
                  <a:srgbClr val="6A240A"/>
                </a:solidFill>
                <a:latin typeface="Cambria"/>
                <a:cs typeface="Cambria"/>
              </a:rPr>
              <a:t>COMPUTER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95">
                <a:solidFill>
                  <a:srgbClr val="6A240A"/>
                </a:solidFill>
                <a:latin typeface="Cambria"/>
                <a:cs typeface="Cambria"/>
              </a:rPr>
              <a:t>SCIENCE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&amp; </a:t>
            </a:r>
            <a:r>
              <a:rPr dirty="0" sz="1050" spc="90">
                <a:solidFill>
                  <a:srgbClr val="6A240A"/>
                </a:solidFill>
                <a:latin typeface="Cambria"/>
                <a:cs typeface="Cambria"/>
              </a:rPr>
              <a:t>ENGINEERING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1594">
              <a:lnSpc>
                <a:spcPts val="1255"/>
              </a:lnSpc>
            </a:pPr>
            <a:fld id="{81D60167-4931-47E6-BA6A-407CBD079E47}" type="slidenum">
              <a:rPr dirty="0" spc="80"/>
              <a:t>4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525" y="497868"/>
            <a:ext cx="2897505" cy="4159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10"/>
              <a:t>SURVEY-DETAILS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553688" y="17481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553688" y="20529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53688" y="23577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53688" y="26625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553688" y="32721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553688" y="35769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53688" y="38817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53688" y="41865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53688" y="47961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553688" y="51009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553688" y="54057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553688" y="57105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511817" y="1272534"/>
            <a:ext cx="6257925" cy="45853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20979" indent="-208279">
              <a:lnSpc>
                <a:spcPct val="100000"/>
              </a:lnSpc>
              <a:spcBef>
                <a:spcPts val="120"/>
              </a:spcBef>
              <a:buAutoNum type="arabicPeriod"/>
              <a:tabLst>
                <a:tab pos="220979" algn="l"/>
              </a:tabLst>
            </a:pPr>
            <a:r>
              <a:rPr dirty="0" sz="1900">
                <a:latin typeface="Calibri"/>
                <a:cs typeface="Calibri"/>
              </a:rPr>
              <a:t>How</a:t>
            </a:r>
            <a:r>
              <a:rPr dirty="0" sz="1900" spc="-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often</a:t>
            </a:r>
            <a:r>
              <a:rPr dirty="0" sz="1900" spc="-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do</a:t>
            </a:r>
            <a:r>
              <a:rPr dirty="0" sz="1900" spc="-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you</a:t>
            </a:r>
            <a:r>
              <a:rPr dirty="0" sz="1900" spc="-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currently</a:t>
            </a:r>
            <a:r>
              <a:rPr dirty="0" sz="1900" spc="-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water</a:t>
            </a:r>
            <a:r>
              <a:rPr dirty="0" sz="1900" spc="-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your </a:t>
            </a:r>
            <a:r>
              <a:rPr dirty="0" sz="1900" spc="-10">
                <a:latin typeface="Calibri"/>
                <a:cs typeface="Calibri"/>
              </a:rPr>
              <a:t>crops?</a:t>
            </a:r>
            <a:endParaRPr sz="1900">
              <a:latin typeface="Calibri"/>
              <a:cs typeface="Calibri"/>
            </a:endParaRPr>
          </a:p>
          <a:p>
            <a:pPr marL="221615" marR="5070475">
              <a:lnSpc>
                <a:spcPct val="105300"/>
              </a:lnSpc>
            </a:pPr>
            <a:r>
              <a:rPr dirty="0" sz="1900" spc="-10">
                <a:latin typeface="Calibri"/>
                <a:cs typeface="Calibri"/>
              </a:rPr>
              <a:t>Daily Weekly Bi-weekly Monthly</a:t>
            </a:r>
            <a:endParaRPr sz="1900">
              <a:latin typeface="Calibri"/>
              <a:cs typeface="Calibri"/>
            </a:endParaRPr>
          </a:p>
          <a:p>
            <a:pPr marL="221615" marR="1908810" indent="-11430">
              <a:lnSpc>
                <a:spcPct val="105300"/>
              </a:lnSpc>
              <a:buAutoNum type="arabicPeriod" startAt="2"/>
              <a:tabLst>
                <a:tab pos="405130" algn="l"/>
              </a:tabLst>
            </a:pPr>
            <a:r>
              <a:rPr dirty="0" sz="1900">
                <a:latin typeface="Calibri"/>
                <a:cs typeface="Calibri"/>
              </a:rPr>
              <a:t>	</a:t>
            </a:r>
            <a:r>
              <a:rPr dirty="0" sz="1900">
                <a:latin typeface="Calibri"/>
                <a:cs typeface="Calibri"/>
              </a:rPr>
              <a:t>What method</a:t>
            </a:r>
            <a:r>
              <a:rPr dirty="0" sz="1900" spc="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do you</a:t>
            </a:r>
            <a:r>
              <a:rPr dirty="0" sz="1900" spc="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use for</a:t>
            </a:r>
            <a:r>
              <a:rPr dirty="0" sz="1900" spc="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irrigation? </a:t>
            </a:r>
            <a:r>
              <a:rPr dirty="0" sz="1900">
                <a:latin typeface="Calibri"/>
                <a:cs typeface="Calibri"/>
              </a:rPr>
              <a:t>Manual</a:t>
            </a:r>
            <a:r>
              <a:rPr dirty="0" sz="1900" spc="-1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(e.g.,</a:t>
            </a:r>
            <a:r>
              <a:rPr dirty="0" sz="1900" spc="-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using</a:t>
            </a:r>
            <a:r>
              <a:rPr dirty="0" sz="1900" spc="-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-5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hose)</a:t>
            </a:r>
            <a:endParaRPr sz="1900">
              <a:latin typeface="Calibri"/>
              <a:cs typeface="Calibri"/>
            </a:endParaRPr>
          </a:p>
          <a:p>
            <a:pPr marL="221615" marR="3809365" indent="54610">
              <a:lnSpc>
                <a:spcPct val="105300"/>
              </a:lnSpc>
            </a:pPr>
            <a:r>
              <a:rPr dirty="0" sz="1900">
                <a:latin typeface="Calibri"/>
                <a:cs typeface="Calibri"/>
              </a:rPr>
              <a:t>Drip</a:t>
            </a:r>
            <a:r>
              <a:rPr dirty="0" sz="1900" spc="-10">
                <a:latin typeface="Calibri"/>
                <a:cs typeface="Calibri"/>
              </a:rPr>
              <a:t> irrigation </a:t>
            </a:r>
            <a:r>
              <a:rPr dirty="0" sz="1900">
                <a:latin typeface="Calibri"/>
                <a:cs typeface="Calibri"/>
              </a:rPr>
              <a:t>Sprinkler</a:t>
            </a:r>
            <a:r>
              <a:rPr dirty="0" sz="1900" spc="-2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system</a:t>
            </a:r>
            <a:r>
              <a:rPr dirty="0" sz="1900" spc="50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Other</a:t>
            </a:r>
            <a:r>
              <a:rPr dirty="0" sz="1900" spc="-2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(please</a:t>
            </a:r>
            <a:r>
              <a:rPr dirty="0" sz="1900" spc="-1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specify)</a:t>
            </a:r>
            <a:endParaRPr sz="1900">
              <a:latin typeface="Calibri"/>
              <a:cs typeface="Calibri"/>
            </a:endParaRPr>
          </a:p>
          <a:p>
            <a:pPr marL="221615" marR="5080" indent="-11430">
              <a:lnSpc>
                <a:spcPct val="105300"/>
              </a:lnSpc>
              <a:buAutoNum type="arabicPeriod" startAt="3"/>
              <a:tabLst>
                <a:tab pos="405130" algn="l"/>
              </a:tabLst>
            </a:pPr>
            <a:r>
              <a:rPr dirty="0" sz="1900">
                <a:latin typeface="Calibri"/>
                <a:cs typeface="Calibri"/>
              </a:rPr>
              <a:t>	</a:t>
            </a:r>
            <a:r>
              <a:rPr dirty="0" sz="1900">
                <a:latin typeface="Calibri"/>
                <a:cs typeface="Calibri"/>
              </a:rPr>
              <a:t>How</a:t>
            </a:r>
            <a:r>
              <a:rPr dirty="0" sz="1900" spc="-1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satisfied</a:t>
            </a:r>
            <a:r>
              <a:rPr dirty="0" sz="1900" spc="-1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are</a:t>
            </a:r>
            <a:r>
              <a:rPr dirty="0" sz="1900" spc="-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you</a:t>
            </a:r>
            <a:r>
              <a:rPr dirty="0" sz="1900" spc="-1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with</a:t>
            </a:r>
            <a:r>
              <a:rPr dirty="0" sz="1900" spc="-1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your</a:t>
            </a:r>
            <a:r>
              <a:rPr dirty="0" sz="1900" spc="-1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current</a:t>
            </a:r>
            <a:r>
              <a:rPr dirty="0" sz="1900" spc="-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irrigation</a:t>
            </a:r>
            <a:r>
              <a:rPr dirty="0" sz="1900" spc="-10">
                <a:latin typeface="Calibri"/>
                <a:cs typeface="Calibri"/>
              </a:rPr>
              <a:t> method? </a:t>
            </a:r>
            <a:r>
              <a:rPr dirty="0" sz="1900">
                <a:latin typeface="Calibri"/>
                <a:cs typeface="Calibri"/>
              </a:rPr>
              <a:t>Very </a:t>
            </a:r>
            <a:r>
              <a:rPr dirty="0" sz="1900" spc="-10">
                <a:latin typeface="Calibri"/>
                <a:cs typeface="Calibri"/>
              </a:rPr>
              <a:t>satisfied</a:t>
            </a:r>
            <a:endParaRPr sz="1900">
              <a:latin typeface="Calibri"/>
              <a:cs typeface="Calibri"/>
            </a:endParaRPr>
          </a:p>
          <a:p>
            <a:pPr marL="221615" marR="4436110" indent="54610">
              <a:lnSpc>
                <a:spcPct val="105300"/>
              </a:lnSpc>
            </a:pPr>
            <a:r>
              <a:rPr dirty="0" sz="1900" spc="-10">
                <a:latin typeface="Calibri"/>
                <a:cs typeface="Calibri"/>
              </a:rPr>
              <a:t>Satisfied Unsatisfied</a:t>
            </a:r>
            <a:r>
              <a:rPr dirty="0" sz="1900" spc="50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Very </a:t>
            </a:r>
            <a:r>
              <a:rPr dirty="0" sz="1900" spc="-10">
                <a:latin typeface="Calibri"/>
                <a:cs typeface="Calibri"/>
              </a:rPr>
              <a:t>unsatisfied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14-</a:t>
            </a:r>
            <a:r>
              <a:rPr dirty="0" spc="95"/>
              <a:t>04-</a:t>
            </a:r>
            <a:r>
              <a:rPr dirty="0" spc="-20"/>
              <a:t>2026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17855">
              <a:lnSpc>
                <a:spcPts val="1150"/>
              </a:lnSpc>
            </a:pPr>
            <a:r>
              <a:rPr dirty="0" sz="1050" spc="85">
                <a:solidFill>
                  <a:srgbClr val="6A240A"/>
                </a:solidFill>
              </a:rPr>
              <a:t>BATCH</a:t>
            </a:r>
            <a:r>
              <a:rPr dirty="0" sz="1050" spc="65">
                <a:solidFill>
                  <a:srgbClr val="6A240A"/>
                </a:solidFill>
              </a:rPr>
              <a:t> </a:t>
            </a:r>
            <a:r>
              <a:rPr dirty="0" sz="1050" spc="-10">
                <a:solidFill>
                  <a:srgbClr val="6A240A"/>
                </a:solidFill>
              </a:rPr>
              <a:t>NO:227</a:t>
            </a:r>
            <a:endParaRPr sz="1050"/>
          </a:p>
        </p:txBody>
      </p:sp>
      <p:sp>
        <p:nvSpPr>
          <p:cNvPr id="18" name="object 18" descr=""/>
          <p:cNvSpPr txBox="1"/>
          <p:nvPr/>
        </p:nvSpPr>
        <p:spPr>
          <a:xfrm>
            <a:off x="1897118" y="6789908"/>
            <a:ext cx="3788410" cy="161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050" spc="85">
                <a:solidFill>
                  <a:srgbClr val="6A240A"/>
                </a:solidFill>
                <a:latin typeface="Cambria"/>
                <a:cs typeface="Cambria"/>
              </a:rPr>
              <a:t>DEPARTMENT</a:t>
            </a:r>
            <a:r>
              <a:rPr dirty="0" sz="1050" spc="60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75">
                <a:solidFill>
                  <a:srgbClr val="6A240A"/>
                </a:solidFill>
                <a:latin typeface="Cambria"/>
                <a:cs typeface="Cambria"/>
              </a:rPr>
              <a:t>OF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90">
                <a:solidFill>
                  <a:srgbClr val="6A240A"/>
                </a:solidFill>
                <a:latin typeface="Cambria"/>
                <a:cs typeface="Cambria"/>
              </a:rPr>
              <a:t>COMPUTER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95">
                <a:solidFill>
                  <a:srgbClr val="6A240A"/>
                </a:solidFill>
                <a:latin typeface="Cambria"/>
                <a:cs typeface="Cambria"/>
              </a:rPr>
              <a:t>SCIENCE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&amp; </a:t>
            </a:r>
            <a:r>
              <a:rPr dirty="0" sz="1050" spc="90">
                <a:solidFill>
                  <a:srgbClr val="6A240A"/>
                </a:solidFill>
                <a:latin typeface="Cambria"/>
                <a:cs typeface="Cambria"/>
              </a:rPr>
              <a:t>ENGINEERING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1594">
              <a:lnSpc>
                <a:spcPts val="1255"/>
              </a:lnSpc>
            </a:pPr>
            <a:fld id="{81D60167-4931-47E6-BA6A-407CBD079E47}" type="slidenum">
              <a:rPr dirty="0" spc="80"/>
              <a:t>4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6930" y="618759"/>
            <a:ext cx="2682240" cy="48069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50" spc="-135" b="0">
                <a:latin typeface="Cambria"/>
                <a:cs typeface="Cambria"/>
              </a:rPr>
              <a:t>SURVEY-</a:t>
            </a:r>
            <a:r>
              <a:rPr dirty="0" sz="2950" spc="-114" b="0">
                <a:latin typeface="Cambria"/>
                <a:cs typeface="Cambria"/>
              </a:rPr>
              <a:t>DETAILS</a:t>
            </a:r>
            <a:endParaRPr sz="2950">
              <a:latin typeface="Cambria"/>
              <a:cs typeface="Cambri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3953" y="1565912"/>
            <a:ext cx="85725" cy="8572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3953" y="1775462"/>
            <a:ext cx="85725" cy="8572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3953" y="1985012"/>
            <a:ext cx="85725" cy="8572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3953" y="2194562"/>
            <a:ext cx="85725" cy="8572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3953" y="2613662"/>
            <a:ext cx="85725" cy="8572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3953" y="2823212"/>
            <a:ext cx="85725" cy="8572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3953" y="3032762"/>
            <a:ext cx="85725" cy="8572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3953" y="3242312"/>
            <a:ext cx="85725" cy="8572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3953" y="3661412"/>
            <a:ext cx="85725" cy="8572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3953" y="3870962"/>
            <a:ext cx="85725" cy="85724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3953" y="4080512"/>
            <a:ext cx="85725" cy="85724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73953" y="4290062"/>
            <a:ext cx="85725" cy="85724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473569" y="1202597"/>
            <a:ext cx="6199505" cy="32600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24790" indent="-212090">
              <a:lnSpc>
                <a:spcPts val="1995"/>
              </a:lnSpc>
              <a:spcBef>
                <a:spcPts val="120"/>
              </a:spcBef>
              <a:buClr>
                <a:srgbClr val="9D3611"/>
              </a:buClr>
              <a:buAutoNum type="arabicPeriod"/>
              <a:tabLst>
                <a:tab pos="224790" algn="l"/>
              </a:tabLst>
            </a:pPr>
            <a:r>
              <a:rPr dirty="0" sz="1950">
                <a:latin typeface="Times New Roman"/>
                <a:cs typeface="Times New Roman"/>
              </a:rPr>
              <a:t>Do</a:t>
            </a:r>
            <a:r>
              <a:rPr dirty="0" sz="1950" spc="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you</a:t>
            </a:r>
            <a:r>
              <a:rPr dirty="0" sz="1950" spc="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face</a:t>
            </a:r>
            <a:r>
              <a:rPr dirty="0" sz="1950" spc="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water</a:t>
            </a:r>
            <a:r>
              <a:rPr dirty="0" sz="1950" spc="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shortages</a:t>
            </a:r>
            <a:r>
              <a:rPr dirty="0" sz="1950" spc="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during</a:t>
            </a:r>
            <a:r>
              <a:rPr dirty="0" sz="1950" spc="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the</a:t>
            </a:r>
            <a:r>
              <a:rPr dirty="0" sz="1950" spc="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irrigation</a:t>
            </a:r>
            <a:r>
              <a:rPr dirty="0" sz="1950" spc="2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season?</a:t>
            </a:r>
            <a:endParaRPr sz="1950">
              <a:latin typeface="Times New Roman"/>
              <a:cs typeface="Times New Roman"/>
            </a:endParaRPr>
          </a:p>
          <a:p>
            <a:pPr marL="518159">
              <a:lnSpc>
                <a:spcPts val="1650"/>
              </a:lnSpc>
            </a:pPr>
            <a:r>
              <a:rPr dirty="0" sz="1950" spc="-10">
                <a:latin typeface="Times New Roman"/>
                <a:cs typeface="Times New Roman"/>
              </a:rPr>
              <a:t>Often</a:t>
            </a:r>
            <a:endParaRPr sz="1950">
              <a:latin typeface="Times New Roman"/>
              <a:cs typeface="Times New Roman"/>
            </a:endParaRPr>
          </a:p>
          <a:p>
            <a:pPr marL="518159">
              <a:lnSpc>
                <a:spcPts val="1650"/>
              </a:lnSpc>
            </a:pPr>
            <a:r>
              <a:rPr dirty="0" sz="1950" spc="-10">
                <a:latin typeface="Times New Roman"/>
                <a:cs typeface="Times New Roman"/>
              </a:rPr>
              <a:t>Sometimes</a:t>
            </a:r>
            <a:endParaRPr sz="1950">
              <a:latin typeface="Times New Roman"/>
              <a:cs typeface="Times New Roman"/>
            </a:endParaRPr>
          </a:p>
          <a:p>
            <a:pPr marL="518159">
              <a:lnSpc>
                <a:spcPts val="1650"/>
              </a:lnSpc>
            </a:pPr>
            <a:r>
              <a:rPr dirty="0" sz="1950" spc="-10">
                <a:latin typeface="Times New Roman"/>
                <a:cs typeface="Times New Roman"/>
              </a:rPr>
              <a:t>Rarely</a:t>
            </a:r>
            <a:endParaRPr sz="1950">
              <a:latin typeface="Times New Roman"/>
              <a:cs typeface="Times New Roman"/>
            </a:endParaRPr>
          </a:p>
          <a:p>
            <a:pPr marL="518159">
              <a:lnSpc>
                <a:spcPts val="1650"/>
              </a:lnSpc>
            </a:pPr>
            <a:r>
              <a:rPr dirty="0" sz="1950" spc="-10">
                <a:latin typeface="Times New Roman"/>
                <a:cs typeface="Times New Roman"/>
              </a:rPr>
              <a:t>Never</a:t>
            </a:r>
            <a:endParaRPr sz="1950">
              <a:latin typeface="Times New Roman"/>
              <a:cs typeface="Times New Roman"/>
            </a:endParaRPr>
          </a:p>
          <a:p>
            <a:pPr marL="224790" indent="-212090">
              <a:lnSpc>
                <a:spcPts val="1650"/>
              </a:lnSpc>
              <a:buClr>
                <a:srgbClr val="9D3611"/>
              </a:buClr>
              <a:buAutoNum type="arabicPeriod" startAt="2"/>
              <a:tabLst>
                <a:tab pos="224790" algn="l"/>
              </a:tabLst>
            </a:pPr>
            <a:r>
              <a:rPr dirty="0" sz="1950">
                <a:latin typeface="Times New Roman"/>
                <a:cs typeface="Times New Roman"/>
              </a:rPr>
              <a:t>How</a:t>
            </a:r>
            <a:r>
              <a:rPr dirty="0" sz="1950" spc="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do</a:t>
            </a:r>
            <a:r>
              <a:rPr dirty="0" sz="1950" spc="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you</a:t>
            </a:r>
            <a:r>
              <a:rPr dirty="0" sz="1950" spc="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typically</a:t>
            </a:r>
            <a:r>
              <a:rPr dirty="0" sz="1950" spc="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determine</a:t>
            </a:r>
            <a:r>
              <a:rPr dirty="0" sz="1950" spc="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when</a:t>
            </a:r>
            <a:r>
              <a:rPr dirty="0" sz="1950" spc="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to</a:t>
            </a:r>
            <a:r>
              <a:rPr dirty="0" sz="1950" spc="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water</a:t>
            </a:r>
            <a:r>
              <a:rPr dirty="0" sz="1950" spc="2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your</a:t>
            </a:r>
            <a:r>
              <a:rPr dirty="0" sz="1950" spc="2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crops?</a:t>
            </a:r>
            <a:endParaRPr sz="1950">
              <a:latin typeface="Times New Roman"/>
              <a:cs typeface="Times New Roman"/>
            </a:endParaRPr>
          </a:p>
          <a:p>
            <a:pPr marL="580390">
              <a:lnSpc>
                <a:spcPts val="1650"/>
              </a:lnSpc>
            </a:pPr>
            <a:r>
              <a:rPr dirty="0" sz="1950">
                <a:latin typeface="Times New Roman"/>
                <a:cs typeface="Times New Roman"/>
              </a:rPr>
              <a:t>Fixed</a:t>
            </a:r>
            <a:r>
              <a:rPr dirty="0" sz="1950" spc="1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schedule</a:t>
            </a:r>
            <a:endParaRPr sz="1950">
              <a:latin typeface="Times New Roman"/>
              <a:cs typeface="Times New Roman"/>
            </a:endParaRPr>
          </a:p>
          <a:p>
            <a:pPr marL="580390">
              <a:lnSpc>
                <a:spcPts val="1650"/>
              </a:lnSpc>
            </a:pPr>
            <a:r>
              <a:rPr dirty="0" sz="1950">
                <a:latin typeface="Times New Roman"/>
                <a:cs typeface="Times New Roman"/>
              </a:rPr>
              <a:t>Visual</a:t>
            </a:r>
            <a:r>
              <a:rPr dirty="0" sz="1950" spc="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inspection</a:t>
            </a:r>
            <a:r>
              <a:rPr dirty="0" sz="1950" spc="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of</a:t>
            </a:r>
            <a:r>
              <a:rPr dirty="0" sz="1950" spc="20">
                <a:latin typeface="Times New Roman"/>
                <a:cs typeface="Times New Roman"/>
              </a:rPr>
              <a:t> </a:t>
            </a:r>
            <a:r>
              <a:rPr dirty="0" sz="1950" spc="-20">
                <a:latin typeface="Times New Roman"/>
                <a:cs typeface="Times New Roman"/>
              </a:rPr>
              <a:t>crops</a:t>
            </a:r>
            <a:endParaRPr sz="1950">
              <a:latin typeface="Times New Roman"/>
              <a:cs typeface="Times New Roman"/>
            </a:endParaRPr>
          </a:p>
          <a:p>
            <a:pPr marL="518159">
              <a:lnSpc>
                <a:spcPts val="1650"/>
              </a:lnSpc>
            </a:pPr>
            <a:r>
              <a:rPr dirty="0" sz="1950">
                <a:latin typeface="Times New Roman"/>
                <a:cs typeface="Times New Roman"/>
              </a:rPr>
              <a:t>Weather</a:t>
            </a:r>
            <a:r>
              <a:rPr dirty="0" sz="1950" spc="4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forecast</a:t>
            </a:r>
            <a:endParaRPr sz="1950">
              <a:latin typeface="Times New Roman"/>
              <a:cs typeface="Times New Roman"/>
            </a:endParaRPr>
          </a:p>
          <a:p>
            <a:pPr marL="580390">
              <a:lnSpc>
                <a:spcPts val="1650"/>
              </a:lnSpc>
            </a:pPr>
            <a:r>
              <a:rPr dirty="0" sz="1950">
                <a:latin typeface="Times New Roman"/>
                <a:cs typeface="Times New Roman"/>
              </a:rPr>
              <a:t>Soil</a:t>
            </a:r>
            <a:r>
              <a:rPr dirty="0" sz="1950" spc="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moisture</a:t>
            </a:r>
            <a:r>
              <a:rPr dirty="0" sz="1950" spc="2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sensors</a:t>
            </a:r>
            <a:endParaRPr sz="1950">
              <a:latin typeface="Times New Roman"/>
              <a:cs typeface="Times New Roman"/>
            </a:endParaRPr>
          </a:p>
          <a:p>
            <a:pPr marL="224790" indent="-212090">
              <a:lnSpc>
                <a:spcPts val="1650"/>
              </a:lnSpc>
              <a:buClr>
                <a:srgbClr val="9D3611"/>
              </a:buClr>
              <a:buAutoNum type="arabicPeriod" startAt="3"/>
              <a:tabLst>
                <a:tab pos="224790" algn="l"/>
              </a:tabLst>
            </a:pPr>
            <a:r>
              <a:rPr dirty="0" sz="1950">
                <a:latin typeface="Times New Roman"/>
                <a:cs typeface="Times New Roman"/>
              </a:rPr>
              <a:t>Are</a:t>
            </a:r>
            <a:r>
              <a:rPr dirty="0" sz="1950" spc="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you</a:t>
            </a:r>
            <a:r>
              <a:rPr dirty="0" sz="1950" spc="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aware</a:t>
            </a:r>
            <a:r>
              <a:rPr dirty="0" sz="1950" spc="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of</a:t>
            </a:r>
            <a:r>
              <a:rPr dirty="0" sz="1950" spc="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Smart</a:t>
            </a:r>
            <a:r>
              <a:rPr dirty="0" sz="1950" spc="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Irrigation</a:t>
            </a:r>
            <a:r>
              <a:rPr dirty="0" sz="1950" spc="20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Systems?</a:t>
            </a:r>
            <a:endParaRPr sz="1950">
              <a:latin typeface="Times New Roman"/>
              <a:cs typeface="Times New Roman"/>
            </a:endParaRPr>
          </a:p>
          <a:p>
            <a:pPr marL="518159">
              <a:lnSpc>
                <a:spcPts val="1650"/>
              </a:lnSpc>
            </a:pPr>
            <a:r>
              <a:rPr dirty="0" sz="1950">
                <a:latin typeface="Times New Roman"/>
                <a:cs typeface="Times New Roman"/>
              </a:rPr>
              <a:t>Yes,</a:t>
            </a:r>
            <a:r>
              <a:rPr dirty="0" sz="1950" spc="1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very</a:t>
            </a:r>
            <a:r>
              <a:rPr dirty="0" sz="1950" spc="1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familiar</a:t>
            </a:r>
            <a:endParaRPr sz="1950">
              <a:latin typeface="Times New Roman"/>
              <a:cs typeface="Times New Roman"/>
            </a:endParaRPr>
          </a:p>
          <a:p>
            <a:pPr marL="518159">
              <a:lnSpc>
                <a:spcPts val="1650"/>
              </a:lnSpc>
            </a:pPr>
            <a:r>
              <a:rPr dirty="0" sz="1950">
                <a:latin typeface="Times New Roman"/>
                <a:cs typeface="Times New Roman"/>
              </a:rPr>
              <a:t>Yes,</a:t>
            </a:r>
            <a:r>
              <a:rPr dirty="0" sz="1950" spc="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somewhat</a:t>
            </a:r>
            <a:r>
              <a:rPr dirty="0" sz="1950" spc="15">
                <a:latin typeface="Times New Roman"/>
                <a:cs typeface="Times New Roman"/>
              </a:rPr>
              <a:t> </a:t>
            </a:r>
            <a:r>
              <a:rPr dirty="0" sz="1950" spc="-10">
                <a:latin typeface="Times New Roman"/>
                <a:cs typeface="Times New Roman"/>
              </a:rPr>
              <a:t>familiar</a:t>
            </a:r>
            <a:endParaRPr sz="1950">
              <a:latin typeface="Times New Roman"/>
              <a:cs typeface="Times New Roman"/>
            </a:endParaRPr>
          </a:p>
          <a:p>
            <a:pPr marL="518159" marR="2693035">
              <a:lnSpc>
                <a:spcPct val="70500"/>
              </a:lnSpc>
              <a:spcBef>
                <a:spcPts val="345"/>
              </a:spcBef>
            </a:pPr>
            <a:r>
              <a:rPr dirty="0" sz="1950">
                <a:latin typeface="Times New Roman"/>
                <a:cs typeface="Times New Roman"/>
              </a:rPr>
              <a:t>No,</a:t>
            </a:r>
            <a:r>
              <a:rPr dirty="0" sz="1950" spc="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but</a:t>
            </a:r>
            <a:r>
              <a:rPr dirty="0" sz="1950" spc="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I've</a:t>
            </a:r>
            <a:r>
              <a:rPr dirty="0" sz="1950" spc="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heard</a:t>
            </a:r>
            <a:r>
              <a:rPr dirty="0" sz="1950" spc="2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about</a:t>
            </a:r>
            <a:r>
              <a:rPr dirty="0" sz="1950" spc="20">
                <a:latin typeface="Times New Roman"/>
                <a:cs typeface="Times New Roman"/>
              </a:rPr>
              <a:t> </a:t>
            </a:r>
            <a:r>
              <a:rPr dirty="0" sz="1950" spc="-20">
                <a:latin typeface="Times New Roman"/>
                <a:cs typeface="Times New Roman"/>
              </a:rPr>
              <a:t>them </a:t>
            </a:r>
            <a:r>
              <a:rPr dirty="0" sz="1950">
                <a:latin typeface="Times New Roman"/>
                <a:cs typeface="Times New Roman"/>
              </a:rPr>
              <a:t>No,</a:t>
            </a:r>
            <a:r>
              <a:rPr dirty="0" sz="1950" spc="10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not</a:t>
            </a:r>
            <a:r>
              <a:rPr dirty="0" sz="1950" spc="15">
                <a:latin typeface="Times New Roman"/>
                <a:cs typeface="Times New Roman"/>
              </a:rPr>
              <a:t> </a:t>
            </a:r>
            <a:r>
              <a:rPr dirty="0" sz="1950">
                <a:latin typeface="Times New Roman"/>
                <a:cs typeface="Times New Roman"/>
              </a:rPr>
              <a:t>at</a:t>
            </a:r>
            <a:r>
              <a:rPr dirty="0" sz="1950" spc="15">
                <a:latin typeface="Times New Roman"/>
                <a:cs typeface="Times New Roman"/>
              </a:rPr>
              <a:t> </a:t>
            </a:r>
            <a:r>
              <a:rPr dirty="0" sz="1950" spc="-25">
                <a:latin typeface="Times New Roman"/>
                <a:cs typeface="Times New Roman"/>
              </a:rPr>
              <a:t>all</a:t>
            </a:r>
            <a:endParaRPr sz="1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6111" rIns="0" bIns="0" rtlCol="0" vert="horz">
            <a:spAutoFit/>
          </a:bodyPr>
          <a:lstStyle/>
          <a:p>
            <a:pPr marL="614680">
              <a:lnSpc>
                <a:spcPct val="100000"/>
              </a:lnSpc>
              <a:spcBef>
                <a:spcPts val="110"/>
              </a:spcBef>
            </a:pPr>
            <a:r>
              <a:rPr dirty="0" spc="-125" b="0">
                <a:latin typeface="Cambria"/>
                <a:cs typeface="Cambria"/>
              </a:rPr>
              <a:t>SURVEY-</a:t>
            </a:r>
            <a:r>
              <a:rPr dirty="0" spc="-105" b="0">
                <a:latin typeface="Cambria"/>
                <a:cs typeface="Cambria"/>
              </a:rPr>
              <a:t>DETAILS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0254" y="1960590"/>
            <a:ext cx="66675" cy="6667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0254" y="2141565"/>
            <a:ext cx="66675" cy="6667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0254" y="2322540"/>
            <a:ext cx="66675" cy="666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0254" y="2503515"/>
            <a:ext cx="66675" cy="6667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0254" y="3046440"/>
            <a:ext cx="66675" cy="6667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0254" y="3227415"/>
            <a:ext cx="66675" cy="6667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0254" y="3408390"/>
            <a:ext cx="66675" cy="6667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0254" y="3589365"/>
            <a:ext cx="66675" cy="6667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0254" y="3951315"/>
            <a:ext cx="66675" cy="6667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0254" y="4132290"/>
            <a:ext cx="66675" cy="66674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0254" y="4313265"/>
            <a:ext cx="66675" cy="66674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0254" y="4494240"/>
            <a:ext cx="66675" cy="66674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1044065" y="1658710"/>
            <a:ext cx="7434580" cy="2995930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229870" marR="786130" indent="-217804">
              <a:lnSpc>
                <a:spcPct val="72000"/>
              </a:lnSpc>
              <a:spcBef>
                <a:spcPts val="680"/>
              </a:spcBef>
              <a:buAutoNum type="arabicPeriod" startAt="7"/>
              <a:tabLst>
                <a:tab pos="554355" algn="l"/>
              </a:tabLst>
            </a:pPr>
            <a:r>
              <a:rPr dirty="0" sz="1650" spc="95">
                <a:latin typeface="Cambria"/>
                <a:cs typeface="Cambria"/>
              </a:rPr>
              <a:t>Would</a:t>
            </a:r>
            <a:r>
              <a:rPr dirty="0" sz="1650" spc="110">
                <a:latin typeface="Cambria"/>
                <a:cs typeface="Cambria"/>
              </a:rPr>
              <a:t> </a:t>
            </a:r>
            <a:r>
              <a:rPr dirty="0" sz="1650" spc="70">
                <a:latin typeface="Cambria"/>
                <a:cs typeface="Cambria"/>
              </a:rPr>
              <a:t>you</a:t>
            </a:r>
            <a:r>
              <a:rPr dirty="0" sz="1650" spc="114">
                <a:latin typeface="Cambria"/>
                <a:cs typeface="Cambria"/>
              </a:rPr>
              <a:t> </a:t>
            </a:r>
            <a:r>
              <a:rPr dirty="0" sz="1650">
                <a:latin typeface="Cambria"/>
                <a:cs typeface="Cambria"/>
              </a:rPr>
              <a:t>be</a:t>
            </a:r>
            <a:r>
              <a:rPr dirty="0" sz="1650" spc="114">
                <a:latin typeface="Cambria"/>
                <a:cs typeface="Cambria"/>
              </a:rPr>
              <a:t> </a:t>
            </a:r>
            <a:r>
              <a:rPr dirty="0" sz="1650" spc="65">
                <a:latin typeface="Cambria"/>
                <a:cs typeface="Cambria"/>
              </a:rPr>
              <a:t>interested</a:t>
            </a:r>
            <a:r>
              <a:rPr dirty="0" sz="1650" spc="114">
                <a:latin typeface="Cambria"/>
                <a:cs typeface="Cambria"/>
              </a:rPr>
              <a:t> </a:t>
            </a:r>
            <a:r>
              <a:rPr dirty="0" sz="1650" spc="85">
                <a:latin typeface="Cambria"/>
                <a:cs typeface="Cambria"/>
              </a:rPr>
              <a:t>in</a:t>
            </a:r>
            <a:r>
              <a:rPr dirty="0" sz="1650" spc="110">
                <a:latin typeface="Cambria"/>
                <a:cs typeface="Cambria"/>
              </a:rPr>
              <a:t> </a:t>
            </a:r>
            <a:r>
              <a:rPr dirty="0" sz="1650" spc="80">
                <a:latin typeface="Cambria"/>
                <a:cs typeface="Cambria"/>
              </a:rPr>
              <a:t>adopting</a:t>
            </a:r>
            <a:r>
              <a:rPr dirty="0" sz="1650" spc="114">
                <a:latin typeface="Cambria"/>
                <a:cs typeface="Cambria"/>
              </a:rPr>
              <a:t> </a:t>
            </a:r>
            <a:r>
              <a:rPr dirty="0" sz="1650">
                <a:latin typeface="Cambria"/>
                <a:cs typeface="Cambria"/>
              </a:rPr>
              <a:t>a</a:t>
            </a:r>
            <a:r>
              <a:rPr dirty="0" sz="1650" spc="114">
                <a:latin typeface="Cambria"/>
                <a:cs typeface="Cambria"/>
              </a:rPr>
              <a:t> </a:t>
            </a:r>
            <a:r>
              <a:rPr dirty="0" sz="1650" spc="95">
                <a:latin typeface="Cambria"/>
                <a:cs typeface="Cambria"/>
              </a:rPr>
              <a:t>Smart</a:t>
            </a:r>
            <a:r>
              <a:rPr dirty="0" sz="1650" spc="114">
                <a:latin typeface="Cambria"/>
                <a:cs typeface="Cambria"/>
              </a:rPr>
              <a:t> </a:t>
            </a:r>
            <a:r>
              <a:rPr dirty="0" sz="1650" spc="80">
                <a:latin typeface="Cambria"/>
                <a:cs typeface="Cambria"/>
              </a:rPr>
              <a:t>Irrigation</a:t>
            </a:r>
            <a:r>
              <a:rPr dirty="0" sz="1650" spc="114">
                <a:latin typeface="Cambria"/>
                <a:cs typeface="Cambria"/>
              </a:rPr>
              <a:t> </a:t>
            </a:r>
            <a:r>
              <a:rPr dirty="0" sz="1650" spc="105">
                <a:latin typeface="Cambria"/>
                <a:cs typeface="Cambria"/>
              </a:rPr>
              <a:t>System? </a:t>
            </a:r>
            <a:r>
              <a:rPr dirty="0" sz="1650" spc="105">
                <a:latin typeface="Cambria"/>
                <a:cs typeface="Cambria"/>
              </a:rPr>
              <a:t>	</a:t>
            </a:r>
            <a:r>
              <a:rPr dirty="0" sz="1650" spc="85">
                <a:latin typeface="Cambria"/>
                <a:cs typeface="Cambria"/>
              </a:rPr>
              <a:t>Definitely</a:t>
            </a:r>
            <a:endParaRPr sz="1650">
              <a:latin typeface="Cambria"/>
              <a:cs typeface="Cambria"/>
            </a:endParaRPr>
          </a:p>
          <a:p>
            <a:pPr marL="504190" marR="5636895" indent="49530">
              <a:lnSpc>
                <a:spcPct val="72000"/>
              </a:lnSpc>
            </a:pPr>
            <a:r>
              <a:rPr dirty="0" sz="1650" spc="65">
                <a:latin typeface="Cambria"/>
                <a:cs typeface="Cambria"/>
              </a:rPr>
              <a:t>Probably </a:t>
            </a:r>
            <a:r>
              <a:rPr dirty="0" sz="1650" spc="80">
                <a:latin typeface="Cambria"/>
                <a:cs typeface="Cambria"/>
              </a:rPr>
              <a:t>Not</a:t>
            </a:r>
            <a:r>
              <a:rPr dirty="0" sz="1650" spc="100">
                <a:latin typeface="Cambria"/>
                <a:cs typeface="Cambria"/>
              </a:rPr>
              <a:t> </a:t>
            </a:r>
            <a:r>
              <a:rPr dirty="0" sz="1650" spc="-20">
                <a:latin typeface="Cambria"/>
                <a:cs typeface="Cambria"/>
              </a:rPr>
              <a:t>sure </a:t>
            </a:r>
            <a:r>
              <a:rPr dirty="0" sz="1650" spc="75">
                <a:latin typeface="Cambria"/>
                <a:cs typeface="Cambria"/>
              </a:rPr>
              <a:t>Probably</a:t>
            </a:r>
            <a:r>
              <a:rPr dirty="0" sz="1650" spc="90">
                <a:latin typeface="Cambria"/>
                <a:cs typeface="Cambria"/>
              </a:rPr>
              <a:t> </a:t>
            </a:r>
            <a:r>
              <a:rPr dirty="0" sz="1650" spc="45">
                <a:latin typeface="Cambria"/>
                <a:cs typeface="Cambria"/>
              </a:rPr>
              <a:t>not</a:t>
            </a:r>
            <a:endParaRPr sz="1650">
              <a:latin typeface="Cambria"/>
              <a:cs typeface="Cambria"/>
            </a:endParaRPr>
          </a:p>
          <a:p>
            <a:pPr marL="504190" marR="5080" indent="473075">
              <a:lnSpc>
                <a:spcPct val="72000"/>
              </a:lnSpc>
              <a:buAutoNum type="arabicPeriod" startAt="8"/>
              <a:tabLst>
                <a:tab pos="977265" algn="l"/>
              </a:tabLst>
            </a:pPr>
            <a:r>
              <a:rPr dirty="0" sz="1650" spc="110">
                <a:latin typeface="Cambria"/>
                <a:cs typeface="Cambria"/>
              </a:rPr>
              <a:t>What</a:t>
            </a:r>
            <a:r>
              <a:rPr dirty="0" sz="1650" spc="114">
                <a:latin typeface="Cambria"/>
                <a:cs typeface="Cambria"/>
              </a:rPr>
              <a:t> </a:t>
            </a:r>
            <a:r>
              <a:rPr dirty="0" sz="1650">
                <a:latin typeface="Cambria"/>
                <a:cs typeface="Cambria"/>
              </a:rPr>
              <a:t>is</a:t>
            </a:r>
            <a:r>
              <a:rPr dirty="0" sz="1650" spc="114">
                <a:latin typeface="Cambria"/>
                <a:cs typeface="Cambria"/>
              </a:rPr>
              <a:t> </a:t>
            </a:r>
            <a:r>
              <a:rPr dirty="0" sz="1650" spc="70">
                <a:latin typeface="Cambria"/>
                <a:cs typeface="Cambria"/>
              </a:rPr>
              <a:t>your</a:t>
            </a:r>
            <a:r>
              <a:rPr dirty="0" sz="1650" spc="114">
                <a:latin typeface="Cambria"/>
                <a:cs typeface="Cambria"/>
              </a:rPr>
              <a:t> </a:t>
            </a:r>
            <a:r>
              <a:rPr dirty="0" sz="1650" spc="90">
                <a:latin typeface="Cambria"/>
                <a:cs typeface="Cambria"/>
              </a:rPr>
              <a:t>primary</a:t>
            </a:r>
            <a:r>
              <a:rPr dirty="0" sz="1650" spc="120">
                <a:latin typeface="Cambria"/>
                <a:cs typeface="Cambria"/>
              </a:rPr>
              <a:t> </a:t>
            </a:r>
            <a:r>
              <a:rPr dirty="0" sz="1650" spc="75">
                <a:latin typeface="Cambria"/>
                <a:cs typeface="Cambria"/>
              </a:rPr>
              <a:t>concern</a:t>
            </a:r>
            <a:r>
              <a:rPr dirty="0" sz="1650" spc="114">
                <a:latin typeface="Cambria"/>
                <a:cs typeface="Cambria"/>
              </a:rPr>
              <a:t> </a:t>
            </a:r>
            <a:r>
              <a:rPr dirty="0" sz="1650" spc="60">
                <a:latin typeface="Cambria"/>
                <a:cs typeface="Cambria"/>
              </a:rPr>
              <a:t>about</a:t>
            </a:r>
            <a:r>
              <a:rPr dirty="0" sz="1650" spc="114">
                <a:latin typeface="Cambria"/>
                <a:cs typeface="Cambria"/>
              </a:rPr>
              <a:t> </a:t>
            </a:r>
            <a:r>
              <a:rPr dirty="0" sz="1650" spc="80">
                <a:latin typeface="Cambria"/>
                <a:cs typeface="Cambria"/>
              </a:rPr>
              <a:t>adopting</a:t>
            </a:r>
            <a:r>
              <a:rPr dirty="0" sz="1650" spc="120">
                <a:latin typeface="Cambria"/>
                <a:cs typeface="Cambria"/>
              </a:rPr>
              <a:t> </a:t>
            </a:r>
            <a:r>
              <a:rPr dirty="0" sz="1650">
                <a:latin typeface="Cambria"/>
                <a:cs typeface="Cambria"/>
              </a:rPr>
              <a:t>a</a:t>
            </a:r>
            <a:r>
              <a:rPr dirty="0" sz="1650" spc="114">
                <a:latin typeface="Cambria"/>
                <a:cs typeface="Cambria"/>
              </a:rPr>
              <a:t> </a:t>
            </a:r>
            <a:r>
              <a:rPr dirty="0" sz="1650" spc="95">
                <a:latin typeface="Cambria"/>
                <a:cs typeface="Cambria"/>
              </a:rPr>
              <a:t>Smart</a:t>
            </a:r>
            <a:r>
              <a:rPr dirty="0" sz="1650" spc="114">
                <a:latin typeface="Cambria"/>
                <a:cs typeface="Cambria"/>
              </a:rPr>
              <a:t> </a:t>
            </a:r>
            <a:r>
              <a:rPr dirty="0" sz="1650" spc="70">
                <a:latin typeface="Cambria"/>
                <a:cs typeface="Cambria"/>
              </a:rPr>
              <a:t>Irrigation </a:t>
            </a:r>
            <a:r>
              <a:rPr dirty="0" sz="1650" spc="105">
                <a:latin typeface="Cambria"/>
                <a:cs typeface="Cambria"/>
              </a:rPr>
              <a:t>System?</a:t>
            </a:r>
            <a:endParaRPr sz="1650">
              <a:latin typeface="Cambria"/>
              <a:cs typeface="Cambria"/>
            </a:endParaRPr>
          </a:p>
          <a:p>
            <a:pPr marL="504190" marR="5618480" indent="49530">
              <a:lnSpc>
                <a:spcPct val="72000"/>
              </a:lnSpc>
            </a:pPr>
            <a:r>
              <a:rPr dirty="0" sz="1650" spc="70">
                <a:latin typeface="Cambria"/>
                <a:cs typeface="Cambria"/>
              </a:rPr>
              <a:t>Cost </a:t>
            </a:r>
            <a:r>
              <a:rPr dirty="0" sz="1650" spc="95">
                <a:latin typeface="Cambria"/>
                <a:cs typeface="Cambria"/>
              </a:rPr>
              <a:t>Complexity </a:t>
            </a:r>
            <a:r>
              <a:rPr dirty="0" sz="1650" spc="80">
                <a:latin typeface="Cambria"/>
                <a:cs typeface="Cambria"/>
              </a:rPr>
              <a:t>Reliability </a:t>
            </a:r>
            <a:r>
              <a:rPr dirty="0" sz="1650" spc="90">
                <a:latin typeface="Cambria"/>
                <a:cs typeface="Cambria"/>
              </a:rPr>
              <a:t>Maintenance</a:t>
            </a:r>
            <a:endParaRPr sz="1650">
              <a:latin typeface="Cambria"/>
              <a:cs typeface="Cambria"/>
            </a:endParaRPr>
          </a:p>
          <a:p>
            <a:pPr marL="504190" marR="94615" indent="224790">
              <a:lnSpc>
                <a:spcPct val="72000"/>
              </a:lnSpc>
              <a:buAutoNum type="arabicPeriod" startAt="9"/>
              <a:tabLst>
                <a:tab pos="728980" algn="l"/>
              </a:tabLst>
            </a:pPr>
            <a:r>
              <a:rPr dirty="0" sz="1650" spc="85">
                <a:latin typeface="Cambria"/>
                <a:cs typeface="Cambria"/>
              </a:rPr>
              <a:t>How</a:t>
            </a:r>
            <a:r>
              <a:rPr dirty="0" sz="1650" spc="120">
                <a:latin typeface="Cambria"/>
                <a:cs typeface="Cambria"/>
              </a:rPr>
              <a:t> </a:t>
            </a:r>
            <a:r>
              <a:rPr dirty="0" sz="1650" spc="85">
                <a:latin typeface="Cambria"/>
                <a:cs typeface="Cambria"/>
              </a:rPr>
              <a:t>important</a:t>
            </a:r>
            <a:r>
              <a:rPr dirty="0" sz="1650" spc="125">
                <a:latin typeface="Cambria"/>
                <a:cs typeface="Cambria"/>
              </a:rPr>
              <a:t> </a:t>
            </a:r>
            <a:r>
              <a:rPr dirty="0" sz="1650">
                <a:latin typeface="Cambria"/>
                <a:cs typeface="Cambria"/>
              </a:rPr>
              <a:t>is</a:t>
            </a:r>
            <a:r>
              <a:rPr dirty="0" sz="1650" spc="125">
                <a:latin typeface="Cambria"/>
                <a:cs typeface="Cambria"/>
              </a:rPr>
              <a:t> </a:t>
            </a:r>
            <a:r>
              <a:rPr dirty="0" sz="1650" spc="55">
                <a:latin typeface="Cambria"/>
                <a:cs typeface="Cambria"/>
              </a:rPr>
              <a:t>water</a:t>
            </a:r>
            <a:r>
              <a:rPr dirty="0" sz="1650" spc="125">
                <a:latin typeface="Cambria"/>
                <a:cs typeface="Cambria"/>
              </a:rPr>
              <a:t> </a:t>
            </a:r>
            <a:r>
              <a:rPr dirty="0" sz="1650" spc="75">
                <a:latin typeface="Cambria"/>
                <a:cs typeface="Cambria"/>
              </a:rPr>
              <a:t>conservation</a:t>
            </a:r>
            <a:r>
              <a:rPr dirty="0" sz="1650" spc="125">
                <a:latin typeface="Cambria"/>
                <a:cs typeface="Cambria"/>
              </a:rPr>
              <a:t> </a:t>
            </a:r>
            <a:r>
              <a:rPr dirty="0" sz="1650">
                <a:latin typeface="Cambria"/>
                <a:cs typeface="Cambria"/>
              </a:rPr>
              <a:t>to</a:t>
            </a:r>
            <a:r>
              <a:rPr dirty="0" sz="1650" spc="125">
                <a:latin typeface="Cambria"/>
                <a:cs typeface="Cambria"/>
              </a:rPr>
              <a:t> </a:t>
            </a:r>
            <a:r>
              <a:rPr dirty="0" sz="1650" spc="70">
                <a:latin typeface="Cambria"/>
                <a:cs typeface="Cambria"/>
              </a:rPr>
              <a:t>you</a:t>
            </a:r>
            <a:r>
              <a:rPr dirty="0" sz="1650" spc="120">
                <a:latin typeface="Cambria"/>
                <a:cs typeface="Cambria"/>
              </a:rPr>
              <a:t> </a:t>
            </a:r>
            <a:r>
              <a:rPr dirty="0" sz="1650" spc="85">
                <a:latin typeface="Cambria"/>
                <a:cs typeface="Cambria"/>
              </a:rPr>
              <a:t>in</a:t>
            </a:r>
            <a:r>
              <a:rPr dirty="0" sz="1650" spc="125">
                <a:latin typeface="Cambria"/>
                <a:cs typeface="Cambria"/>
              </a:rPr>
              <a:t> </a:t>
            </a:r>
            <a:r>
              <a:rPr dirty="0" sz="1650" spc="95">
                <a:latin typeface="Cambria"/>
                <a:cs typeface="Cambria"/>
              </a:rPr>
              <a:t>farming</a:t>
            </a:r>
            <a:r>
              <a:rPr dirty="0" sz="1650" spc="125">
                <a:latin typeface="Cambria"/>
                <a:cs typeface="Cambria"/>
              </a:rPr>
              <a:t> </a:t>
            </a:r>
            <a:r>
              <a:rPr dirty="0" sz="1650" spc="75">
                <a:latin typeface="Cambria"/>
                <a:cs typeface="Cambria"/>
              </a:rPr>
              <a:t>practices? </a:t>
            </a:r>
            <a:r>
              <a:rPr dirty="0" sz="1650" spc="95">
                <a:latin typeface="Cambria"/>
                <a:cs typeface="Cambria"/>
              </a:rPr>
              <a:t>Very </a:t>
            </a:r>
            <a:r>
              <a:rPr dirty="0" sz="1650" spc="75">
                <a:latin typeface="Cambria"/>
                <a:cs typeface="Cambria"/>
              </a:rPr>
              <a:t>important</a:t>
            </a:r>
            <a:endParaRPr sz="1650">
              <a:latin typeface="Cambria"/>
              <a:cs typeface="Cambria"/>
            </a:endParaRPr>
          </a:p>
          <a:p>
            <a:pPr marL="554355" marR="5890260" indent="-50165">
              <a:lnSpc>
                <a:spcPct val="72000"/>
              </a:lnSpc>
            </a:pPr>
            <a:r>
              <a:rPr dirty="0" sz="1650" spc="75">
                <a:latin typeface="Cambria"/>
                <a:cs typeface="Cambria"/>
              </a:rPr>
              <a:t>Important </a:t>
            </a:r>
            <a:r>
              <a:rPr dirty="0" sz="1650" spc="70">
                <a:latin typeface="Cambria"/>
                <a:cs typeface="Cambria"/>
              </a:rPr>
              <a:t>Neutral</a:t>
            </a:r>
            <a:endParaRPr sz="1650">
              <a:latin typeface="Cambria"/>
              <a:cs typeface="Cambria"/>
            </a:endParaRPr>
          </a:p>
          <a:p>
            <a:pPr marL="504190">
              <a:lnSpc>
                <a:spcPts val="1425"/>
              </a:lnSpc>
            </a:pPr>
            <a:r>
              <a:rPr dirty="0" sz="1650" spc="80">
                <a:latin typeface="Cambria"/>
                <a:cs typeface="Cambria"/>
              </a:rPr>
              <a:t>Not</a:t>
            </a:r>
            <a:r>
              <a:rPr dirty="0" sz="1650" spc="100">
                <a:latin typeface="Cambria"/>
                <a:cs typeface="Cambria"/>
              </a:rPr>
              <a:t> </a:t>
            </a:r>
            <a:r>
              <a:rPr dirty="0" sz="1650" spc="75">
                <a:latin typeface="Cambria"/>
                <a:cs typeface="Cambria"/>
              </a:rPr>
              <a:t>important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8207" y="623760"/>
            <a:ext cx="2302510" cy="4159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125" b="0">
                <a:latin typeface="Cambria"/>
                <a:cs typeface="Cambria"/>
              </a:rPr>
              <a:t>SURVEY-</a:t>
            </a:r>
            <a:r>
              <a:rPr dirty="0" spc="-105" b="0">
                <a:latin typeface="Cambria"/>
                <a:cs typeface="Cambria"/>
              </a:rPr>
              <a:t>DETAILS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1977" y="1518455"/>
            <a:ext cx="66675" cy="6667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1977" y="1699430"/>
            <a:ext cx="66675" cy="6667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1977" y="1880405"/>
            <a:ext cx="66675" cy="666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1977" y="2061380"/>
            <a:ext cx="66675" cy="6667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1977" y="2604305"/>
            <a:ext cx="66675" cy="6667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1977" y="2785280"/>
            <a:ext cx="66675" cy="6667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1977" y="2966255"/>
            <a:ext cx="66675" cy="6667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1977" y="3147230"/>
            <a:ext cx="66675" cy="6667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1977" y="3690155"/>
            <a:ext cx="66675" cy="6667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1977" y="3871130"/>
            <a:ext cx="66675" cy="66674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1977" y="4052105"/>
            <a:ext cx="66675" cy="66674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1977" y="4233080"/>
            <a:ext cx="66675" cy="66674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1075307" y="1212862"/>
            <a:ext cx="7392670" cy="3181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1790" indent="-339090">
              <a:lnSpc>
                <a:spcPts val="1730"/>
              </a:lnSpc>
              <a:spcBef>
                <a:spcPts val="105"/>
              </a:spcBef>
              <a:buAutoNum type="arabicPeriod" startAt="10"/>
              <a:tabLst>
                <a:tab pos="351790" algn="l"/>
              </a:tabLst>
            </a:pPr>
            <a:r>
              <a:rPr dirty="0" sz="1700" spc="85">
                <a:latin typeface="Cambria"/>
                <a:cs typeface="Cambria"/>
              </a:rPr>
              <a:t>Do</a:t>
            </a:r>
            <a:r>
              <a:rPr dirty="0" sz="1700" spc="90">
                <a:latin typeface="Cambria"/>
                <a:cs typeface="Cambria"/>
              </a:rPr>
              <a:t> </a:t>
            </a:r>
            <a:r>
              <a:rPr dirty="0" sz="1700" spc="65">
                <a:latin typeface="Cambria"/>
                <a:cs typeface="Cambria"/>
              </a:rPr>
              <a:t>you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60">
                <a:latin typeface="Cambria"/>
                <a:cs typeface="Cambria"/>
              </a:rPr>
              <a:t>believe</a:t>
            </a:r>
            <a:r>
              <a:rPr dirty="0" sz="1700" spc="95">
                <a:latin typeface="Cambria"/>
                <a:cs typeface="Cambria"/>
              </a:rPr>
              <a:t> Smart </a:t>
            </a:r>
            <a:r>
              <a:rPr dirty="0" sz="1700" spc="80">
                <a:latin typeface="Cambria"/>
                <a:cs typeface="Cambria"/>
              </a:rPr>
              <a:t>Irrigation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85">
                <a:latin typeface="Cambria"/>
                <a:cs typeface="Cambria"/>
              </a:rPr>
              <a:t>Systems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70">
                <a:latin typeface="Cambria"/>
                <a:cs typeface="Cambria"/>
              </a:rPr>
              <a:t>can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75">
                <a:latin typeface="Cambria"/>
                <a:cs typeface="Cambria"/>
              </a:rPr>
              <a:t>help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50">
                <a:latin typeface="Cambria"/>
                <a:cs typeface="Cambria"/>
              </a:rPr>
              <a:t>save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75">
                <a:latin typeface="Cambria"/>
                <a:cs typeface="Cambria"/>
              </a:rPr>
              <a:t>water?</a:t>
            </a:r>
            <a:endParaRPr sz="1700">
              <a:latin typeface="Cambria"/>
              <a:cs typeface="Cambria"/>
            </a:endParaRPr>
          </a:p>
          <a:p>
            <a:pPr marL="548640">
              <a:lnSpc>
                <a:spcPts val="1425"/>
              </a:lnSpc>
            </a:pPr>
            <a:r>
              <a:rPr dirty="0" sz="1700" spc="85">
                <a:latin typeface="Cambria"/>
                <a:cs typeface="Cambria"/>
              </a:rPr>
              <a:t>Definitely</a:t>
            </a:r>
            <a:endParaRPr sz="1700">
              <a:latin typeface="Cambria"/>
              <a:cs typeface="Cambria"/>
            </a:endParaRPr>
          </a:p>
          <a:p>
            <a:pPr marL="599440">
              <a:lnSpc>
                <a:spcPts val="1425"/>
              </a:lnSpc>
            </a:pPr>
            <a:r>
              <a:rPr dirty="0" sz="1700" spc="60">
                <a:latin typeface="Cambria"/>
                <a:cs typeface="Cambria"/>
              </a:rPr>
              <a:t>Probably</a:t>
            </a:r>
            <a:endParaRPr sz="1700">
              <a:latin typeface="Cambria"/>
              <a:cs typeface="Cambria"/>
            </a:endParaRPr>
          </a:p>
          <a:p>
            <a:pPr marL="548640">
              <a:lnSpc>
                <a:spcPts val="1425"/>
              </a:lnSpc>
            </a:pPr>
            <a:r>
              <a:rPr dirty="0" sz="1700" spc="75">
                <a:latin typeface="Cambria"/>
                <a:cs typeface="Cambria"/>
              </a:rPr>
              <a:t>Not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-20">
                <a:latin typeface="Cambria"/>
                <a:cs typeface="Cambria"/>
              </a:rPr>
              <a:t>sure</a:t>
            </a:r>
            <a:endParaRPr sz="1700">
              <a:latin typeface="Cambria"/>
              <a:cs typeface="Cambria"/>
            </a:endParaRPr>
          </a:p>
          <a:p>
            <a:pPr marL="599440">
              <a:lnSpc>
                <a:spcPts val="1425"/>
              </a:lnSpc>
            </a:pPr>
            <a:r>
              <a:rPr dirty="0" sz="1700" spc="70">
                <a:latin typeface="Cambria"/>
                <a:cs typeface="Cambria"/>
              </a:rPr>
              <a:t>Probably</a:t>
            </a:r>
            <a:r>
              <a:rPr dirty="0" sz="1700" spc="100">
                <a:latin typeface="Cambria"/>
                <a:cs typeface="Cambria"/>
              </a:rPr>
              <a:t> </a:t>
            </a:r>
            <a:r>
              <a:rPr dirty="0" sz="1700" spc="40">
                <a:latin typeface="Cambria"/>
                <a:cs typeface="Cambria"/>
              </a:rPr>
              <a:t>not</a:t>
            </a:r>
            <a:endParaRPr sz="1700">
              <a:latin typeface="Cambria"/>
              <a:cs typeface="Cambria"/>
            </a:endParaRPr>
          </a:p>
          <a:p>
            <a:pPr marL="1147445" indent="-295275">
              <a:lnSpc>
                <a:spcPts val="1425"/>
              </a:lnSpc>
              <a:buAutoNum type="arabicPeriod" startAt="11"/>
              <a:tabLst>
                <a:tab pos="1147445" algn="l"/>
              </a:tabLst>
            </a:pPr>
            <a:r>
              <a:rPr dirty="0" sz="1700" spc="105">
                <a:latin typeface="Cambria"/>
                <a:cs typeface="Cambria"/>
              </a:rPr>
              <a:t>What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65">
                <a:latin typeface="Cambria"/>
                <a:cs typeface="Cambria"/>
              </a:rPr>
              <a:t>features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60">
                <a:latin typeface="Cambria"/>
                <a:cs typeface="Cambria"/>
              </a:rPr>
              <a:t>would</a:t>
            </a:r>
            <a:r>
              <a:rPr dirty="0" sz="1700" spc="100">
                <a:latin typeface="Cambria"/>
                <a:cs typeface="Cambria"/>
              </a:rPr>
              <a:t> </a:t>
            </a:r>
            <a:r>
              <a:rPr dirty="0" sz="1700" spc="65">
                <a:latin typeface="Cambria"/>
                <a:cs typeface="Cambria"/>
              </a:rPr>
              <a:t>you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65">
                <a:latin typeface="Cambria"/>
                <a:cs typeface="Cambria"/>
              </a:rPr>
              <a:t>consider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70">
                <a:latin typeface="Cambria"/>
                <a:cs typeface="Cambria"/>
              </a:rPr>
              <a:t>most</a:t>
            </a:r>
            <a:r>
              <a:rPr dirty="0" sz="1700" spc="100">
                <a:latin typeface="Cambria"/>
                <a:cs typeface="Cambria"/>
              </a:rPr>
              <a:t> </a:t>
            </a:r>
            <a:r>
              <a:rPr dirty="0" sz="1700" spc="85">
                <a:latin typeface="Cambria"/>
                <a:cs typeface="Cambria"/>
              </a:rPr>
              <a:t>important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80">
                <a:latin typeface="Cambria"/>
                <a:cs typeface="Cambria"/>
              </a:rPr>
              <a:t>in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a</a:t>
            </a:r>
            <a:r>
              <a:rPr dirty="0" sz="1700" spc="100">
                <a:latin typeface="Cambria"/>
                <a:cs typeface="Cambria"/>
              </a:rPr>
              <a:t> </a:t>
            </a:r>
            <a:r>
              <a:rPr dirty="0" sz="1700" spc="75">
                <a:latin typeface="Cambria"/>
                <a:cs typeface="Cambria"/>
              </a:rPr>
              <a:t>Smart</a:t>
            </a:r>
            <a:endParaRPr sz="1700">
              <a:latin typeface="Cambria"/>
              <a:cs typeface="Cambria"/>
            </a:endParaRPr>
          </a:p>
          <a:p>
            <a:pPr marL="548640">
              <a:lnSpc>
                <a:spcPts val="1425"/>
              </a:lnSpc>
            </a:pPr>
            <a:r>
              <a:rPr dirty="0" sz="1700" spc="80">
                <a:latin typeface="Cambria"/>
                <a:cs typeface="Cambria"/>
              </a:rPr>
              <a:t>Irrigation</a:t>
            </a:r>
            <a:r>
              <a:rPr dirty="0" sz="1700" spc="114">
                <a:latin typeface="Cambria"/>
                <a:cs typeface="Cambria"/>
              </a:rPr>
              <a:t> </a:t>
            </a:r>
            <a:r>
              <a:rPr dirty="0" sz="1700" spc="105">
                <a:latin typeface="Cambria"/>
                <a:cs typeface="Cambria"/>
              </a:rPr>
              <a:t>System?</a:t>
            </a:r>
            <a:endParaRPr sz="1700">
              <a:latin typeface="Cambria"/>
              <a:cs typeface="Cambria"/>
            </a:endParaRPr>
          </a:p>
          <a:p>
            <a:pPr marL="548640">
              <a:lnSpc>
                <a:spcPts val="1425"/>
              </a:lnSpc>
            </a:pPr>
            <a:r>
              <a:rPr dirty="0" sz="1700" spc="80">
                <a:latin typeface="Cambria"/>
                <a:cs typeface="Cambria"/>
              </a:rPr>
              <a:t>Remote</a:t>
            </a:r>
            <a:r>
              <a:rPr dirty="0" sz="1700" spc="90">
                <a:latin typeface="Cambria"/>
                <a:cs typeface="Cambria"/>
              </a:rPr>
              <a:t> monitoring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70">
                <a:latin typeface="Cambria"/>
                <a:cs typeface="Cambria"/>
              </a:rPr>
              <a:t>and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60">
                <a:latin typeface="Cambria"/>
                <a:cs typeface="Cambria"/>
              </a:rPr>
              <a:t>control</a:t>
            </a:r>
            <a:endParaRPr sz="1700">
              <a:latin typeface="Cambria"/>
              <a:cs typeface="Cambria"/>
            </a:endParaRPr>
          </a:p>
          <a:p>
            <a:pPr marL="599440">
              <a:lnSpc>
                <a:spcPts val="1425"/>
              </a:lnSpc>
            </a:pPr>
            <a:r>
              <a:rPr dirty="0" sz="1700" spc="85">
                <a:latin typeface="Cambria"/>
                <a:cs typeface="Cambria"/>
              </a:rPr>
              <a:t>Automated</a:t>
            </a:r>
            <a:r>
              <a:rPr dirty="0" sz="1700" spc="100">
                <a:latin typeface="Cambria"/>
                <a:cs typeface="Cambria"/>
              </a:rPr>
              <a:t> </a:t>
            </a:r>
            <a:r>
              <a:rPr dirty="0" sz="1700" spc="70">
                <a:latin typeface="Cambria"/>
                <a:cs typeface="Cambria"/>
              </a:rPr>
              <a:t>watering</a:t>
            </a:r>
            <a:r>
              <a:rPr dirty="0" sz="1700" spc="105">
                <a:latin typeface="Cambria"/>
                <a:cs typeface="Cambria"/>
              </a:rPr>
              <a:t> </a:t>
            </a:r>
            <a:r>
              <a:rPr dirty="0" sz="1700" spc="50">
                <a:latin typeface="Cambria"/>
                <a:cs typeface="Cambria"/>
              </a:rPr>
              <a:t>based</a:t>
            </a:r>
            <a:r>
              <a:rPr dirty="0" sz="1700" spc="105">
                <a:latin typeface="Cambria"/>
                <a:cs typeface="Cambria"/>
              </a:rPr>
              <a:t> </a:t>
            </a:r>
            <a:r>
              <a:rPr dirty="0" sz="1700" spc="60">
                <a:latin typeface="Cambria"/>
                <a:cs typeface="Cambria"/>
              </a:rPr>
              <a:t>on</a:t>
            </a:r>
            <a:r>
              <a:rPr dirty="0" sz="1700" spc="100">
                <a:latin typeface="Cambria"/>
                <a:cs typeface="Cambria"/>
              </a:rPr>
              <a:t> </a:t>
            </a:r>
            <a:r>
              <a:rPr dirty="0" sz="1700" spc="50">
                <a:latin typeface="Cambria"/>
                <a:cs typeface="Cambria"/>
              </a:rPr>
              <a:t>weather/soil</a:t>
            </a:r>
            <a:r>
              <a:rPr dirty="0" sz="1700" spc="105">
                <a:latin typeface="Cambria"/>
                <a:cs typeface="Cambria"/>
              </a:rPr>
              <a:t> </a:t>
            </a:r>
            <a:r>
              <a:rPr dirty="0" sz="1700" spc="40">
                <a:latin typeface="Cambria"/>
                <a:cs typeface="Cambria"/>
              </a:rPr>
              <a:t>data</a:t>
            </a:r>
            <a:endParaRPr sz="1700">
              <a:latin typeface="Cambria"/>
              <a:cs typeface="Cambria"/>
            </a:endParaRPr>
          </a:p>
          <a:p>
            <a:pPr marL="599440">
              <a:lnSpc>
                <a:spcPts val="1425"/>
              </a:lnSpc>
            </a:pPr>
            <a:r>
              <a:rPr dirty="0" sz="1700" spc="80">
                <a:latin typeface="Cambria"/>
                <a:cs typeface="Cambria"/>
              </a:rPr>
              <a:t>Water</a:t>
            </a:r>
            <a:r>
              <a:rPr dirty="0" sz="1700" spc="100">
                <a:latin typeface="Cambria"/>
                <a:cs typeface="Cambria"/>
              </a:rPr>
              <a:t> </a:t>
            </a:r>
            <a:r>
              <a:rPr dirty="0" sz="1700" spc="55">
                <a:latin typeface="Cambria"/>
                <a:cs typeface="Cambria"/>
              </a:rPr>
              <a:t>usage</a:t>
            </a:r>
            <a:r>
              <a:rPr dirty="0" sz="1700" spc="100">
                <a:latin typeface="Cambria"/>
                <a:cs typeface="Cambria"/>
              </a:rPr>
              <a:t> </a:t>
            </a:r>
            <a:r>
              <a:rPr dirty="0" sz="1700" spc="70">
                <a:latin typeface="Cambria"/>
                <a:cs typeface="Cambria"/>
              </a:rPr>
              <a:t>tracking</a:t>
            </a:r>
            <a:endParaRPr sz="1700">
              <a:latin typeface="Cambria"/>
              <a:cs typeface="Cambria"/>
            </a:endParaRPr>
          </a:p>
          <a:p>
            <a:pPr marL="599440">
              <a:lnSpc>
                <a:spcPts val="1425"/>
              </a:lnSpc>
            </a:pPr>
            <a:r>
              <a:rPr dirty="0" sz="1700" spc="80">
                <a:latin typeface="Cambria"/>
                <a:cs typeface="Cambria"/>
              </a:rPr>
              <a:t>Integration</a:t>
            </a:r>
            <a:r>
              <a:rPr dirty="0" sz="1700" spc="100">
                <a:latin typeface="Cambria"/>
                <a:cs typeface="Cambria"/>
              </a:rPr>
              <a:t> </a:t>
            </a:r>
            <a:r>
              <a:rPr dirty="0" sz="1700" spc="75">
                <a:latin typeface="Cambria"/>
                <a:cs typeface="Cambria"/>
              </a:rPr>
              <a:t>with</a:t>
            </a:r>
            <a:r>
              <a:rPr dirty="0" sz="1700" spc="100">
                <a:latin typeface="Cambria"/>
                <a:cs typeface="Cambria"/>
              </a:rPr>
              <a:t> </a:t>
            </a:r>
            <a:r>
              <a:rPr dirty="0" sz="1700" spc="65">
                <a:latin typeface="Cambria"/>
                <a:cs typeface="Cambria"/>
              </a:rPr>
              <a:t>other</a:t>
            </a:r>
            <a:r>
              <a:rPr dirty="0" sz="1700" spc="100">
                <a:latin typeface="Cambria"/>
                <a:cs typeface="Cambria"/>
              </a:rPr>
              <a:t> </a:t>
            </a:r>
            <a:r>
              <a:rPr dirty="0" sz="1700" spc="75">
                <a:latin typeface="Cambria"/>
                <a:cs typeface="Cambria"/>
              </a:rPr>
              <a:t>smart</a:t>
            </a:r>
            <a:r>
              <a:rPr dirty="0" sz="1700" spc="100">
                <a:latin typeface="Cambria"/>
                <a:cs typeface="Cambria"/>
              </a:rPr>
              <a:t> </a:t>
            </a:r>
            <a:r>
              <a:rPr dirty="0" sz="1700" spc="95">
                <a:latin typeface="Cambria"/>
                <a:cs typeface="Cambria"/>
              </a:rPr>
              <a:t>farming</a:t>
            </a:r>
            <a:r>
              <a:rPr dirty="0" sz="1700" spc="100">
                <a:latin typeface="Cambria"/>
                <a:cs typeface="Cambria"/>
              </a:rPr>
              <a:t> </a:t>
            </a:r>
            <a:r>
              <a:rPr dirty="0" sz="1700" spc="65">
                <a:latin typeface="Cambria"/>
                <a:cs typeface="Cambria"/>
              </a:rPr>
              <a:t>technologies</a:t>
            </a:r>
            <a:endParaRPr sz="1700">
              <a:latin typeface="Cambria"/>
              <a:cs typeface="Cambria"/>
            </a:endParaRPr>
          </a:p>
          <a:p>
            <a:pPr marL="873760" indent="-325120">
              <a:lnSpc>
                <a:spcPts val="1425"/>
              </a:lnSpc>
              <a:buAutoNum type="arabicPeriod" startAt="12"/>
              <a:tabLst>
                <a:tab pos="873760" algn="l"/>
              </a:tabLst>
            </a:pPr>
            <a:r>
              <a:rPr dirty="0" sz="1700" spc="75">
                <a:latin typeface="Cambria"/>
                <a:cs typeface="Cambria"/>
              </a:rPr>
              <a:t>How</a:t>
            </a:r>
            <a:r>
              <a:rPr dirty="0" sz="1700" spc="105">
                <a:latin typeface="Cambria"/>
                <a:cs typeface="Cambria"/>
              </a:rPr>
              <a:t> </a:t>
            </a:r>
            <a:r>
              <a:rPr dirty="0" sz="1700" spc="90">
                <a:latin typeface="Cambria"/>
                <a:cs typeface="Cambria"/>
              </a:rPr>
              <a:t>much</a:t>
            </a:r>
            <a:r>
              <a:rPr dirty="0" sz="1700" spc="110">
                <a:latin typeface="Cambria"/>
                <a:cs typeface="Cambria"/>
              </a:rPr>
              <a:t> </a:t>
            </a:r>
            <a:r>
              <a:rPr dirty="0" sz="1700" spc="60">
                <a:latin typeface="Cambria"/>
                <a:cs typeface="Cambria"/>
              </a:rPr>
              <a:t>would</a:t>
            </a:r>
            <a:r>
              <a:rPr dirty="0" sz="1700" spc="105">
                <a:latin typeface="Cambria"/>
                <a:cs typeface="Cambria"/>
              </a:rPr>
              <a:t> </a:t>
            </a:r>
            <a:r>
              <a:rPr dirty="0" sz="1700" spc="65">
                <a:latin typeface="Cambria"/>
                <a:cs typeface="Cambria"/>
              </a:rPr>
              <a:t>you</a:t>
            </a:r>
            <a:r>
              <a:rPr dirty="0" sz="1700" spc="110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be</a:t>
            </a:r>
            <a:r>
              <a:rPr dirty="0" sz="1700" spc="110">
                <a:latin typeface="Cambria"/>
                <a:cs typeface="Cambria"/>
              </a:rPr>
              <a:t> </a:t>
            </a:r>
            <a:r>
              <a:rPr dirty="0" sz="1700" spc="85">
                <a:latin typeface="Cambria"/>
                <a:cs typeface="Cambria"/>
              </a:rPr>
              <a:t>willing</a:t>
            </a:r>
            <a:r>
              <a:rPr dirty="0" sz="1700" spc="10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to</a:t>
            </a:r>
            <a:r>
              <a:rPr dirty="0" sz="1700" spc="110">
                <a:latin typeface="Cambria"/>
                <a:cs typeface="Cambria"/>
              </a:rPr>
              <a:t> </a:t>
            </a:r>
            <a:r>
              <a:rPr dirty="0" sz="1700" spc="70">
                <a:latin typeface="Cambria"/>
                <a:cs typeface="Cambria"/>
              </a:rPr>
              <a:t>invest</a:t>
            </a:r>
            <a:r>
              <a:rPr dirty="0" sz="1700" spc="110">
                <a:latin typeface="Cambria"/>
                <a:cs typeface="Cambria"/>
              </a:rPr>
              <a:t> </a:t>
            </a:r>
            <a:r>
              <a:rPr dirty="0" sz="1700" spc="80">
                <a:latin typeface="Cambria"/>
                <a:cs typeface="Cambria"/>
              </a:rPr>
              <a:t>in</a:t>
            </a:r>
            <a:r>
              <a:rPr dirty="0" sz="1700" spc="105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a</a:t>
            </a:r>
            <a:r>
              <a:rPr dirty="0" sz="1700" spc="110">
                <a:latin typeface="Cambria"/>
                <a:cs typeface="Cambria"/>
              </a:rPr>
              <a:t> </a:t>
            </a:r>
            <a:r>
              <a:rPr dirty="0" sz="1700" spc="95">
                <a:latin typeface="Cambria"/>
                <a:cs typeface="Cambria"/>
              </a:rPr>
              <a:t>Smart</a:t>
            </a:r>
            <a:r>
              <a:rPr dirty="0" sz="1700" spc="110">
                <a:latin typeface="Cambria"/>
                <a:cs typeface="Cambria"/>
              </a:rPr>
              <a:t> </a:t>
            </a:r>
            <a:r>
              <a:rPr dirty="0" sz="1700" spc="70">
                <a:latin typeface="Cambria"/>
                <a:cs typeface="Cambria"/>
              </a:rPr>
              <a:t>Irrigation</a:t>
            </a:r>
            <a:endParaRPr sz="1700">
              <a:latin typeface="Cambria"/>
              <a:cs typeface="Cambria"/>
            </a:endParaRPr>
          </a:p>
          <a:p>
            <a:pPr marL="548640">
              <a:lnSpc>
                <a:spcPts val="1425"/>
              </a:lnSpc>
            </a:pPr>
            <a:r>
              <a:rPr dirty="0" sz="1700" spc="105">
                <a:latin typeface="Cambria"/>
                <a:cs typeface="Cambria"/>
              </a:rPr>
              <a:t>System?</a:t>
            </a:r>
            <a:endParaRPr sz="1700">
              <a:latin typeface="Cambria"/>
              <a:cs typeface="Cambria"/>
            </a:endParaRPr>
          </a:p>
          <a:p>
            <a:pPr marL="548640">
              <a:lnSpc>
                <a:spcPts val="1425"/>
              </a:lnSpc>
            </a:pPr>
            <a:r>
              <a:rPr dirty="0" sz="1700" spc="50">
                <a:latin typeface="Cambria"/>
                <a:cs typeface="Cambria"/>
              </a:rPr>
              <a:t>Less</a:t>
            </a:r>
            <a:r>
              <a:rPr dirty="0" sz="1700" spc="85">
                <a:latin typeface="Cambria"/>
                <a:cs typeface="Cambria"/>
              </a:rPr>
              <a:t> </a:t>
            </a:r>
            <a:r>
              <a:rPr dirty="0" sz="1700" spc="90">
                <a:latin typeface="Cambria"/>
                <a:cs typeface="Cambria"/>
              </a:rPr>
              <a:t>than</a:t>
            </a:r>
            <a:r>
              <a:rPr dirty="0" sz="1700" spc="85">
                <a:latin typeface="Cambria"/>
                <a:cs typeface="Cambria"/>
              </a:rPr>
              <a:t> </a:t>
            </a:r>
            <a:r>
              <a:rPr dirty="0" sz="1700" spc="55">
                <a:latin typeface="Cambria"/>
                <a:cs typeface="Cambria"/>
              </a:rPr>
              <a:t>$500</a:t>
            </a:r>
            <a:endParaRPr sz="1700">
              <a:latin typeface="Cambria"/>
              <a:cs typeface="Cambria"/>
            </a:endParaRPr>
          </a:p>
          <a:p>
            <a:pPr marL="548640">
              <a:lnSpc>
                <a:spcPts val="1425"/>
              </a:lnSpc>
            </a:pPr>
            <a:r>
              <a:rPr dirty="0" sz="1700" spc="75">
                <a:latin typeface="Cambria"/>
                <a:cs typeface="Cambria"/>
              </a:rPr>
              <a:t>$500</a:t>
            </a:r>
            <a:r>
              <a:rPr dirty="0" sz="1700" spc="85">
                <a:latin typeface="Cambria"/>
                <a:cs typeface="Cambria"/>
              </a:rPr>
              <a:t> </a:t>
            </a:r>
            <a:r>
              <a:rPr dirty="0" sz="1700" spc="150">
                <a:latin typeface="Cambria"/>
                <a:cs typeface="Cambria"/>
              </a:rPr>
              <a:t>-</a:t>
            </a:r>
            <a:r>
              <a:rPr dirty="0" sz="1700" spc="90">
                <a:latin typeface="Cambria"/>
                <a:cs typeface="Cambria"/>
              </a:rPr>
              <a:t> </a:t>
            </a:r>
            <a:r>
              <a:rPr dirty="0" sz="1700" spc="35">
                <a:latin typeface="Cambria"/>
                <a:cs typeface="Cambria"/>
              </a:rPr>
              <a:t>$1000</a:t>
            </a:r>
            <a:endParaRPr sz="1700">
              <a:latin typeface="Cambria"/>
              <a:cs typeface="Cambria"/>
            </a:endParaRPr>
          </a:p>
          <a:p>
            <a:pPr marL="548640">
              <a:lnSpc>
                <a:spcPts val="1425"/>
              </a:lnSpc>
            </a:pPr>
            <a:r>
              <a:rPr dirty="0" sz="1700" spc="55">
                <a:latin typeface="Cambria"/>
                <a:cs typeface="Cambria"/>
              </a:rPr>
              <a:t>$1000</a:t>
            </a:r>
            <a:r>
              <a:rPr dirty="0" sz="1700" spc="90">
                <a:latin typeface="Cambria"/>
                <a:cs typeface="Cambria"/>
              </a:rPr>
              <a:t> </a:t>
            </a:r>
            <a:r>
              <a:rPr dirty="0" sz="1700" spc="150">
                <a:latin typeface="Cambria"/>
                <a:cs typeface="Cambria"/>
              </a:rPr>
              <a:t>-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85">
                <a:latin typeface="Cambria"/>
                <a:cs typeface="Cambria"/>
              </a:rPr>
              <a:t>$2000</a:t>
            </a:r>
            <a:endParaRPr sz="1700">
              <a:latin typeface="Cambria"/>
              <a:cs typeface="Cambria"/>
            </a:endParaRPr>
          </a:p>
          <a:p>
            <a:pPr marL="548640">
              <a:lnSpc>
                <a:spcPts val="1735"/>
              </a:lnSpc>
            </a:pPr>
            <a:r>
              <a:rPr dirty="0" sz="1700" spc="90">
                <a:latin typeface="Cambria"/>
                <a:cs typeface="Cambria"/>
              </a:rPr>
              <a:t>More than </a:t>
            </a:r>
            <a:r>
              <a:rPr dirty="0" sz="1700" spc="95">
                <a:latin typeface="Cambria"/>
                <a:cs typeface="Cambria"/>
              </a:rPr>
              <a:t>$2000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777" rIns="0" bIns="0" rtlCol="0" vert="horz">
            <a:spAutoFit/>
          </a:bodyPr>
          <a:lstStyle/>
          <a:p>
            <a:pPr marL="499745">
              <a:lnSpc>
                <a:spcPct val="100000"/>
              </a:lnSpc>
              <a:spcBef>
                <a:spcPts val="110"/>
              </a:spcBef>
            </a:pPr>
            <a:r>
              <a:rPr dirty="0"/>
              <a:t>SURVEY</a:t>
            </a:r>
            <a:r>
              <a:rPr dirty="0" spc="-25"/>
              <a:t> </a:t>
            </a:r>
            <a:r>
              <a:rPr dirty="0" spc="-10"/>
              <a:t>ANALYSIS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4290" y="1832866"/>
            <a:ext cx="3717883" cy="4478575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5543" y="1873510"/>
            <a:ext cx="4029637" cy="4476318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14-</a:t>
            </a:r>
            <a:r>
              <a:rPr dirty="0" spc="95"/>
              <a:t>04-</a:t>
            </a:r>
            <a:r>
              <a:rPr dirty="0" spc="-20"/>
              <a:t>2026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17855">
              <a:lnSpc>
                <a:spcPts val="1150"/>
              </a:lnSpc>
            </a:pPr>
            <a:r>
              <a:rPr dirty="0" sz="1050" spc="85">
                <a:solidFill>
                  <a:srgbClr val="6A240A"/>
                </a:solidFill>
              </a:rPr>
              <a:t>BATCH</a:t>
            </a:r>
            <a:r>
              <a:rPr dirty="0" sz="1050" spc="65">
                <a:solidFill>
                  <a:srgbClr val="6A240A"/>
                </a:solidFill>
              </a:rPr>
              <a:t> </a:t>
            </a:r>
            <a:r>
              <a:rPr dirty="0" sz="1050" spc="-10">
                <a:solidFill>
                  <a:srgbClr val="6A240A"/>
                </a:solidFill>
              </a:rPr>
              <a:t>NO:227</a:t>
            </a:r>
            <a:endParaRPr sz="1050"/>
          </a:p>
        </p:txBody>
      </p:sp>
      <p:sp>
        <p:nvSpPr>
          <p:cNvPr id="7" name="object 7" descr=""/>
          <p:cNvSpPr txBox="1"/>
          <p:nvPr/>
        </p:nvSpPr>
        <p:spPr>
          <a:xfrm>
            <a:off x="1960816" y="6789908"/>
            <a:ext cx="3788410" cy="161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050" spc="85">
                <a:solidFill>
                  <a:srgbClr val="6A240A"/>
                </a:solidFill>
                <a:latin typeface="Cambria"/>
                <a:cs typeface="Cambria"/>
              </a:rPr>
              <a:t>DEPARTMENT</a:t>
            </a:r>
            <a:r>
              <a:rPr dirty="0" sz="1050" spc="60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75">
                <a:solidFill>
                  <a:srgbClr val="6A240A"/>
                </a:solidFill>
                <a:latin typeface="Cambria"/>
                <a:cs typeface="Cambria"/>
              </a:rPr>
              <a:t>OF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90">
                <a:solidFill>
                  <a:srgbClr val="6A240A"/>
                </a:solidFill>
                <a:latin typeface="Cambria"/>
                <a:cs typeface="Cambria"/>
              </a:rPr>
              <a:t>COMPUTER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95">
                <a:solidFill>
                  <a:srgbClr val="6A240A"/>
                </a:solidFill>
                <a:latin typeface="Cambria"/>
                <a:cs typeface="Cambria"/>
              </a:rPr>
              <a:t>SCIENCE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&amp; </a:t>
            </a:r>
            <a:r>
              <a:rPr dirty="0" sz="1050" spc="90">
                <a:solidFill>
                  <a:srgbClr val="6A240A"/>
                </a:solidFill>
                <a:latin typeface="Cambria"/>
                <a:cs typeface="Cambria"/>
              </a:rPr>
              <a:t>ENGINEERING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3020">
              <a:lnSpc>
                <a:spcPts val="1255"/>
              </a:lnSpc>
            </a:pPr>
            <a:fld id="{81D60167-4931-47E6-BA6A-407CBD079E47}" type="slidenum">
              <a:rPr dirty="0" spc="-25"/>
              <a:t>14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777" rIns="0" bIns="0" rtlCol="0" vert="horz">
            <a:spAutoFit/>
          </a:bodyPr>
          <a:lstStyle/>
          <a:p>
            <a:pPr marL="499745">
              <a:lnSpc>
                <a:spcPct val="100000"/>
              </a:lnSpc>
              <a:spcBef>
                <a:spcPts val="110"/>
              </a:spcBef>
            </a:pPr>
            <a:r>
              <a:rPr dirty="0"/>
              <a:t>SURVEY</a:t>
            </a:r>
            <a:r>
              <a:rPr dirty="0" spc="-25"/>
              <a:t> </a:t>
            </a:r>
            <a:r>
              <a:rPr dirty="0" spc="-10"/>
              <a:t>ANALYSIS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9507" y="1961035"/>
            <a:ext cx="7663700" cy="4194975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875005" y="6241996"/>
            <a:ext cx="868680" cy="3181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900" spc="100">
                <a:latin typeface="Cambria"/>
                <a:cs typeface="Cambria"/>
              </a:rPr>
              <a:t>Sample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14-</a:t>
            </a:r>
            <a:r>
              <a:rPr dirty="0" spc="95"/>
              <a:t>04-</a:t>
            </a:r>
            <a:r>
              <a:rPr dirty="0" spc="-20"/>
              <a:t>2026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17855">
              <a:lnSpc>
                <a:spcPts val="1150"/>
              </a:lnSpc>
            </a:pPr>
            <a:r>
              <a:rPr dirty="0" sz="1050" spc="85">
                <a:solidFill>
                  <a:srgbClr val="6A240A"/>
                </a:solidFill>
              </a:rPr>
              <a:t>BATCH</a:t>
            </a:r>
            <a:r>
              <a:rPr dirty="0" sz="1050" spc="65">
                <a:solidFill>
                  <a:srgbClr val="6A240A"/>
                </a:solidFill>
              </a:rPr>
              <a:t> </a:t>
            </a:r>
            <a:r>
              <a:rPr dirty="0" sz="1050" spc="-10">
                <a:solidFill>
                  <a:srgbClr val="6A240A"/>
                </a:solidFill>
              </a:rPr>
              <a:t>NO:227</a:t>
            </a:r>
            <a:endParaRPr sz="1050"/>
          </a:p>
        </p:txBody>
      </p:sp>
      <p:sp>
        <p:nvSpPr>
          <p:cNvPr id="7" name="object 7" descr=""/>
          <p:cNvSpPr txBox="1"/>
          <p:nvPr/>
        </p:nvSpPr>
        <p:spPr>
          <a:xfrm>
            <a:off x="1960816" y="6789908"/>
            <a:ext cx="3788410" cy="161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050" spc="85">
                <a:solidFill>
                  <a:srgbClr val="6A240A"/>
                </a:solidFill>
                <a:latin typeface="Cambria"/>
                <a:cs typeface="Cambria"/>
              </a:rPr>
              <a:t>DEPARTMENT</a:t>
            </a:r>
            <a:r>
              <a:rPr dirty="0" sz="1050" spc="60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75">
                <a:solidFill>
                  <a:srgbClr val="6A240A"/>
                </a:solidFill>
                <a:latin typeface="Cambria"/>
                <a:cs typeface="Cambria"/>
              </a:rPr>
              <a:t>OF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90">
                <a:solidFill>
                  <a:srgbClr val="6A240A"/>
                </a:solidFill>
                <a:latin typeface="Cambria"/>
                <a:cs typeface="Cambria"/>
              </a:rPr>
              <a:t>COMPUTER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95">
                <a:solidFill>
                  <a:srgbClr val="6A240A"/>
                </a:solidFill>
                <a:latin typeface="Cambria"/>
                <a:cs typeface="Cambria"/>
              </a:rPr>
              <a:t>SCIENCE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&amp; </a:t>
            </a:r>
            <a:r>
              <a:rPr dirty="0" sz="1050" spc="90">
                <a:solidFill>
                  <a:srgbClr val="6A240A"/>
                </a:solidFill>
                <a:latin typeface="Cambria"/>
                <a:cs typeface="Cambria"/>
              </a:rPr>
              <a:t>ENGINEERING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3020">
              <a:lnSpc>
                <a:spcPts val="1255"/>
              </a:lnSpc>
            </a:pPr>
            <a:fld id="{81D60167-4931-47E6-BA6A-407CBD079E47}" type="slidenum">
              <a:rPr dirty="0" spc="-25"/>
              <a:t>14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1734" rIns="0" bIns="0" rtlCol="0" vert="horz">
            <a:spAutoFit/>
          </a:bodyPr>
          <a:lstStyle/>
          <a:p>
            <a:pPr marL="499745">
              <a:lnSpc>
                <a:spcPct val="100000"/>
              </a:lnSpc>
              <a:spcBef>
                <a:spcPts val="140"/>
              </a:spcBef>
            </a:pPr>
            <a:r>
              <a:rPr dirty="0" sz="2200"/>
              <a:t>SOCIETY</a:t>
            </a:r>
            <a:r>
              <a:rPr dirty="0" sz="2200" spc="160"/>
              <a:t> </a:t>
            </a:r>
            <a:r>
              <a:rPr dirty="0" sz="2200"/>
              <a:t>RELEVANT</a:t>
            </a:r>
            <a:r>
              <a:rPr dirty="0" sz="2200" spc="160"/>
              <a:t> </a:t>
            </a:r>
            <a:r>
              <a:rPr dirty="0" sz="2200"/>
              <a:t>PROBLEM</a:t>
            </a:r>
            <a:r>
              <a:rPr dirty="0" sz="2200" spc="165"/>
              <a:t> </a:t>
            </a:r>
            <a:r>
              <a:rPr dirty="0" sz="2200" spc="-10"/>
              <a:t>IDENTIFICATION</a:t>
            </a:r>
            <a:endParaRPr sz="22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777" y="1820548"/>
            <a:ext cx="76199" cy="7619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88366" y="1651257"/>
            <a:ext cx="8451850" cy="435102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algn="just" marL="12700" marR="5080" indent="132715">
              <a:lnSpc>
                <a:spcPts val="2250"/>
              </a:lnSpc>
              <a:spcBef>
                <a:spcPts val="430"/>
              </a:spcBef>
            </a:pPr>
            <a:r>
              <a:rPr dirty="0" sz="2100">
                <a:latin typeface="Times New Roman"/>
                <a:cs typeface="Times New Roman"/>
              </a:rPr>
              <a:t>In  many</a:t>
            </a:r>
            <a:r>
              <a:rPr dirty="0" sz="2100" spc="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rural  areas,</a:t>
            </a:r>
            <a:r>
              <a:rPr dirty="0" sz="2100" spc="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water  scarcity</a:t>
            </a:r>
            <a:r>
              <a:rPr dirty="0" sz="2100" spc="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is  a</a:t>
            </a:r>
            <a:r>
              <a:rPr dirty="0" sz="2100" spc="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significant</a:t>
            </a:r>
            <a:r>
              <a:rPr dirty="0" sz="2100" spc="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problem,  leading</a:t>
            </a:r>
            <a:r>
              <a:rPr dirty="0" sz="2100" spc="5">
                <a:latin typeface="Times New Roman"/>
                <a:cs typeface="Times New Roman"/>
              </a:rPr>
              <a:t>  </a:t>
            </a:r>
            <a:r>
              <a:rPr dirty="0" sz="2100" spc="-25">
                <a:latin typeface="Times New Roman"/>
                <a:cs typeface="Times New Roman"/>
              </a:rPr>
              <a:t>to </a:t>
            </a:r>
            <a:r>
              <a:rPr dirty="0" sz="2100">
                <a:latin typeface="Times New Roman"/>
                <a:cs typeface="Times New Roman"/>
              </a:rPr>
              <a:t>insufficient</a:t>
            </a:r>
            <a:r>
              <a:rPr dirty="0" sz="2100" spc="3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water</a:t>
            </a:r>
            <a:r>
              <a:rPr dirty="0" sz="2100" spc="3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for</a:t>
            </a:r>
            <a:r>
              <a:rPr dirty="0" sz="2100" spc="3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irrigation.</a:t>
            </a:r>
            <a:r>
              <a:rPr dirty="0" sz="2100" spc="3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Some</a:t>
            </a:r>
            <a:r>
              <a:rPr dirty="0" sz="2100" spc="3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irrigation</a:t>
            </a:r>
            <a:r>
              <a:rPr dirty="0" sz="2100" spc="3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methods</a:t>
            </a:r>
            <a:r>
              <a:rPr dirty="0" sz="2100" spc="3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might</a:t>
            </a:r>
            <a:r>
              <a:rPr dirty="0" sz="2100" spc="34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exacerbate </a:t>
            </a:r>
            <a:r>
              <a:rPr dirty="0" sz="2100">
                <a:latin typeface="Times New Roman"/>
                <a:cs typeface="Times New Roman"/>
              </a:rPr>
              <a:t>this</a:t>
            </a:r>
            <a:r>
              <a:rPr dirty="0" sz="2100" spc="3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issue</a:t>
            </a:r>
            <a:r>
              <a:rPr dirty="0" sz="2100" spc="3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by</a:t>
            </a:r>
            <a:r>
              <a:rPr dirty="0" sz="2100" spc="3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being</a:t>
            </a:r>
            <a:r>
              <a:rPr dirty="0" sz="2100" spc="34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water-</a:t>
            </a:r>
            <a:r>
              <a:rPr dirty="0" sz="2100">
                <a:latin typeface="Times New Roman"/>
                <a:cs typeface="Times New Roman"/>
              </a:rPr>
              <a:t>intensive</a:t>
            </a:r>
            <a:r>
              <a:rPr dirty="0" sz="2100" spc="3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or</a:t>
            </a:r>
            <a:r>
              <a:rPr dirty="0" sz="2100" spc="3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insufficient,</a:t>
            </a:r>
            <a:r>
              <a:rPr dirty="0" sz="2100" spc="3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further</a:t>
            </a:r>
            <a:r>
              <a:rPr dirty="0" sz="2100" spc="3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straining</a:t>
            </a:r>
            <a:r>
              <a:rPr dirty="0" sz="2100" spc="34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limited </a:t>
            </a:r>
            <a:r>
              <a:rPr dirty="0" sz="2100">
                <a:latin typeface="Times New Roman"/>
                <a:cs typeface="Times New Roman"/>
              </a:rPr>
              <a:t>water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resources.</a:t>
            </a:r>
            <a:endParaRPr sz="2100">
              <a:latin typeface="Times New Roman"/>
              <a:cs typeface="Times New Roman"/>
            </a:endParaRPr>
          </a:p>
          <a:p>
            <a:pPr algn="just" marL="12700" marR="5080" indent="71120">
              <a:lnSpc>
                <a:spcPts val="2250"/>
              </a:lnSpc>
            </a:pPr>
            <a:r>
              <a:rPr dirty="0" sz="2100">
                <a:latin typeface="Times New Roman"/>
                <a:cs typeface="Times New Roman"/>
              </a:rPr>
              <a:t>Certain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irrigation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techniques,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such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as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flood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irrigation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,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may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lead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to</a:t>
            </a:r>
            <a:r>
              <a:rPr dirty="0" sz="2100" spc="4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excessive </a:t>
            </a:r>
            <a:r>
              <a:rPr dirty="0" sz="2100">
                <a:latin typeface="Times New Roman"/>
                <a:cs typeface="Times New Roman"/>
              </a:rPr>
              <a:t>water</a:t>
            </a:r>
            <a:r>
              <a:rPr dirty="0" sz="2100" spc="15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usage,</a:t>
            </a:r>
            <a:r>
              <a:rPr dirty="0" sz="2100" spc="15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resulting</a:t>
            </a:r>
            <a:r>
              <a:rPr dirty="0" sz="2100" spc="15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in</a:t>
            </a:r>
            <a:r>
              <a:rPr dirty="0" sz="2100" spc="15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water</a:t>
            </a:r>
            <a:r>
              <a:rPr dirty="0" sz="2100" spc="15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wastage</a:t>
            </a:r>
            <a:r>
              <a:rPr dirty="0" sz="2100" spc="15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15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potential</a:t>
            </a:r>
            <a:r>
              <a:rPr dirty="0" sz="2100" spc="15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environmental</a:t>
            </a:r>
            <a:r>
              <a:rPr dirty="0" sz="2100" spc="15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impacts </a:t>
            </a:r>
            <a:r>
              <a:rPr dirty="0" sz="2100">
                <a:latin typeface="Times New Roman"/>
                <a:cs typeface="Times New Roman"/>
              </a:rPr>
              <a:t>like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soil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erosion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waterlogging.</a:t>
            </a:r>
            <a:endParaRPr sz="2100">
              <a:latin typeface="Times New Roman"/>
              <a:cs typeface="Times New Roman"/>
            </a:endParaRPr>
          </a:p>
          <a:p>
            <a:pPr algn="just" marL="12700" marR="5080" indent="78740">
              <a:lnSpc>
                <a:spcPts val="2250"/>
              </a:lnSpc>
            </a:pPr>
            <a:r>
              <a:rPr dirty="0" sz="2100">
                <a:latin typeface="Times New Roman"/>
                <a:cs typeface="Times New Roman"/>
              </a:rPr>
              <a:t>Traditional</a:t>
            </a:r>
            <a:r>
              <a:rPr dirty="0" sz="2100" spc="10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irrigation</a:t>
            </a:r>
            <a:r>
              <a:rPr dirty="0" sz="2100" spc="10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methods</a:t>
            </a:r>
            <a:r>
              <a:rPr dirty="0" sz="2100" spc="10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can</a:t>
            </a:r>
            <a:r>
              <a:rPr dirty="0" sz="2100" spc="11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be</a:t>
            </a:r>
            <a:r>
              <a:rPr dirty="0" sz="2100" spc="10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labor-intensive</a:t>
            </a:r>
            <a:r>
              <a:rPr dirty="0" sz="2100" spc="10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10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costly</a:t>
            </a:r>
            <a:r>
              <a:rPr dirty="0" sz="2100" spc="11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for</a:t>
            </a:r>
            <a:r>
              <a:rPr dirty="0" sz="2100" spc="10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farmers. </a:t>
            </a:r>
            <a:r>
              <a:rPr dirty="0" sz="2100">
                <a:latin typeface="Times New Roman"/>
                <a:cs typeface="Times New Roman"/>
              </a:rPr>
              <a:t>High</a:t>
            </a:r>
            <a:r>
              <a:rPr dirty="0" sz="2100" spc="26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expenses</a:t>
            </a:r>
            <a:r>
              <a:rPr dirty="0" sz="2100" spc="27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for</a:t>
            </a:r>
            <a:r>
              <a:rPr dirty="0" sz="2100" spc="26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irrigation</a:t>
            </a:r>
            <a:r>
              <a:rPr dirty="0" sz="2100" spc="27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may</a:t>
            </a:r>
            <a:r>
              <a:rPr dirty="0" sz="2100" spc="27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reduce</a:t>
            </a:r>
            <a:r>
              <a:rPr dirty="0" sz="2100" spc="26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their</a:t>
            </a:r>
            <a:r>
              <a:rPr dirty="0" sz="2100" spc="27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profits</a:t>
            </a:r>
            <a:r>
              <a:rPr dirty="0" sz="2100" spc="27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26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overall</a:t>
            </a:r>
            <a:r>
              <a:rPr dirty="0" sz="2100" spc="27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economic well-being.</a:t>
            </a:r>
            <a:endParaRPr sz="2100">
              <a:latin typeface="Times New Roman"/>
              <a:cs typeface="Times New Roman"/>
            </a:endParaRPr>
          </a:p>
          <a:p>
            <a:pPr algn="just" marL="12700" marR="5080" indent="106680">
              <a:lnSpc>
                <a:spcPts val="2250"/>
              </a:lnSpc>
            </a:pPr>
            <a:r>
              <a:rPr dirty="0" sz="2100">
                <a:latin typeface="Times New Roman"/>
                <a:cs typeface="Times New Roman"/>
              </a:rPr>
              <a:t>Many</a:t>
            </a:r>
            <a:r>
              <a:rPr dirty="0" sz="2100" spc="3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farmers</a:t>
            </a:r>
            <a:r>
              <a:rPr dirty="0" sz="2100" spc="3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might</a:t>
            </a:r>
            <a:r>
              <a:rPr dirty="0" sz="2100" spc="3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not</a:t>
            </a:r>
            <a:r>
              <a:rPr dirty="0" sz="2100" spc="3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have</a:t>
            </a:r>
            <a:r>
              <a:rPr dirty="0" sz="2100" spc="3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access</a:t>
            </a:r>
            <a:r>
              <a:rPr dirty="0" sz="2100" spc="3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to</a:t>
            </a:r>
            <a:r>
              <a:rPr dirty="0" sz="2100" spc="3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or</a:t>
            </a:r>
            <a:r>
              <a:rPr dirty="0" sz="2100" spc="3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be</a:t>
            </a:r>
            <a:r>
              <a:rPr dirty="0" sz="2100" spc="3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aware</a:t>
            </a:r>
            <a:r>
              <a:rPr dirty="0" sz="2100" spc="3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of</a:t>
            </a:r>
            <a:r>
              <a:rPr dirty="0" sz="2100" spc="3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modern</a:t>
            </a:r>
            <a:r>
              <a:rPr dirty="0" sz="2100" spc="32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irrigation </a:t>
            </a:r>
            <a:r>
              <a:rPr dirty="0" sz="2100">
                <a:latin typeface="Times New Roman"/>
                <a:cs typeface="Times New Roman"/>
              </a:rPr>
              <a:t>technologies,</a:t>
            </a:r>
            <a:r>
              <a:rPr dirty="0" sz="2100" spc="10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which</a:t>
            </a:r>
            <a:r>
              <a:rPr dirty="0" sz="2100" spc="10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can</a:t>
            </a:r>
            <a:r>
              <a:rPr dirty="0" sz="2100" spc="10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limit</a:t>
            </a:r>
            <a:r>
              <a:rPr dirty="0" sz="2100" spc="10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their</a:t>
            </a:r>
            <a:r>
              <a:rPr dirty="0" sz="2100" spc="10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ability</a:t>
            </a:r>
            <a:r>
              <a:rPr dirty="0" sz="2100" spc="10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to</a:t>
            </a:r>
            <a:r>
              <a:rPr dirty="0" sz="2100" spc="10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adopt</a:t>
            </a:r>
            <a:r>
              <a:rPr dirty="0" sz="2100" spc="10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more</a:t>
            </a:r>
            <a:r>
              <a:rPr dirty="0" sz="2100" spc="10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efficient</a:t>
            </a:r>
            <a:r>
              <a:rPr dirty="0" sz="2100" spc="105">
                <a:latin typeface="Times New Roman"/>
                <a:cs typeface="Times New Roman"/>
              </a:rPr>
              <a:t>  </a:t>
            </a:r>
            <a:r>
              <a:rPr dirty="0" sz="2100" spc="-25">
                <a:latin typeface="Times New Roman"/>
                <a:cs typeface="Times New Roman"/>
              </a:rPr>
              <a:t>and </a:t>
            </a:r>
            <a:r>
              <a:rPr dirty="0" sz="2100">
                <a:latin typeface="Times New Roman"/>
                <a:cs typeface="Times New Roman"/>
              </a:rPr>
              <a:t>sustainable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methods.</a:t>
            </a:r>
            <a:endParaRPr sz="2100">
              <a:latin typeface="Times New Roman"/>
              <a:cs typeface="Times New Roman"/>
            </a:endParaRPr>
          </a:p>
          <a:p>
            <a:pPr algn="just" marL="12700" marR="5080">
              <a:lnSpc>
                <a:spcPts val="2250"/>
              </a:lnSpc>
            </a:pPr>
            <a:r>
              <a:rPr dirty="0" sz="2100">
                <a:latin typeface="Times New Roman"/>
                <a:cs typeface="Times New Roman"/>
              </a:rPr>
              <a:t>In</a:t>
            </a:r>
            <a:r>
              <a:rPr dirty="0" sz="2100" spc="11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regions</a:t>
            </a:r>
            <a:r>
              <a:rPr dirty="0" sz="2100" spc="114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heavily</a:t>
            </a:r>
            <a:r>
              <a:rPr dirty="0" sz="2100" spc="114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reliant</a:t>
            </a:r>
            <a:r>
              <a:rPr dirty="0" sz="2100" spc="114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on</a:t>
            </a:r>
            <a:r>
              <a:rPr dirty="0" sz="2100" spc="114">
                <a:latin typeface="Times New Roman"/>
                <a:cs typeface="Times New Roman"/>
              </a:rPr>
              <a:t>  </a:t>
            </a:r>
            <a:r>
              <a:rPr dirty="0" sz="2100" spc="-10">
                <a:latin typeface="Times New Roman"/>
                <a:cs typeface="Times New Roman"/>
              </a:rPr>
              <a:t>rain-</a:t>
            </a:r>
            <a:r>
              <a:rPr dirty="0" sz="2100">
                <a:latin typeface="Times New Roman"/>
                <a:cs typeface="Times New Roman"/>
              </a:rPr>
              <a:t>fed</a:t>
            </a:r>
            <a:r>
              <a:rPr dirty="0" sz="2100" spc="114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agriculture,</a:t>
            </a:r>
            <a:r>
              <a:rPr dirty="0" sz="2100" spc="114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unpredictable</a:t>
            </a:r>
            <a:r>
              <a:rPr dirty="0" sz="2100" spc="110">
                <a:latin typeface="Times New Roman"/>
                <a:cs typeface="Times New Roman"/>
              </a:rPr>
              <a:t>  </a:t>
            </a:r>
            <a:r>
              <a:rPr dirty="0" sz="2100" spc="-10">
                <a:latin typeface="Times New Roman"/>
                <a:cs typeface="Times New Roman"/>
              </a:rPr>
              <a:t>rainfall </a:t>
            </a:r>
            <a:r>
              <a:rPr dirty="0" sz="2100">
                <a:latin typeface="Times New Roman"/>
                <a:cs typeface="Times New Roman"/>
              </a:rPr>
              <a:t>patterns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due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to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agricultural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productivity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food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security.</a:t>
            </a:r>
            <a:endParaRPr sz="2100">
              <a:latin typeface="Times New Roman"/>
              <a:cs typeface="Times New Roman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777" y="2963547"/>
            <a:ext cx="76199" cy="7619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777" y="3820798"/>
            <a:ext cx="76199" cy="7619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777" y="4678047"/>
            <a:ext cx="76199" cy="7619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777" y="5535297"/>
            <a:ext cx="76199" cy="76199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14-</a:t>
            </a:r>
            <a:r>
              <a:rPr dirty="0" spc="95"/>
              <a:t>04-</a:t>
            </a:r>
            <a:r>
              <a:rPr dirty="0" spc="-20"/>
              <a:t>2026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17855">
              <a:lnSpc>
                <a:spcPts val="1150"/>
              </a:lnSpc>
            </a:pPr>
            <a:r>
              <a:rPr dirty="0" sz="1050" spc="85">
                <a:solidFill>
                  <a:srgbClr val="6A240A"/>
                </a:solidFill>
              </a:rPr>
              <a:t>BATCH</a:t>
            </a:r>
            <a:r>
              <a:rPr dirty="0" sz="1050" spc="65">
                <a:solidFill>
                  <a:srgbClr val="6A240A"/>
                </a:solidFill>
              </a:rPr>
              <a:t> </a:t>
            </a:r>
            <a:r>
              <a:rPr dirty="0" sz="1050" spc="-10">
                <a:solidFill>
                  <a:srgbClr val="6A240A"/>
                </a:solidFill>
              </a:rPr>
              <a:t>NO:227</a:t>
            </a:r>
            <a:endParaRPr sz="1050"/>
          </a:p>
        </p:txBody>
      </p:sp>
      <p:sp>
        <p:nvSpPr>
          <p:cNvPr id="11" name="object 11" descr=""/>
          <p:cNvSpPr txBox="1"/>
          <p:nvPr/>
        </p:nvSpPr>
        <p:spPr>
          <a:xfrm>
            <a:off x="1960816" y="6789908"/>
            <a:ext cx="3788410" cy="161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050" spc="85">
                <a:solidFill>
                  <a:srgbClr val="6A240A"/>
                </a:solidFill>
                <a:latin typeface="Cambria"/>
                <a:cs typeface="Cambria"/>
              </a:rPr>
              <a:t>DEPARTMENT</a:t>
            </a:r>
            <a:r>
              <a:rPr dirty="0" sz="1050" spc="60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75">
                <a:solidFill>
                  <a:srgbClr val="6A240A"/>
                </a:solidFill>
                <a:latin typeface="Cambria"/>
                <a:cs typeface="Cambria"/>
              </a:rPr>
              <a:t>OF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90">
                <a:solidFill>
                  <a:srgbClr val="6A240A"/>
                </a:solidFill>
                <a:latin typeface="Cambria"/>
                <a:cs typeface="Cambria"/>
              </a:rPr>
              <a:t>COMPUTER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95">
                <a:solidFill>
                  <a:srgbClr val="6A240A"/>
                </a:solidFill>
                <a:latin typeface="Cambria"/>
                <a:cs typeface="Cambria"/>
              </a:rPr>
              <a:t>SCIENCE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&amp; </a:t>
            </a:r>
            <a:r>
              <a:rPr dirty="0" sz="1050" spc="90">
                <a:solidFill>
                  <a:srgbClr val="6A240A"/>
                </a:solidFill>
                <a:latin typeface="Cambria"/>
                <a:cs typeface="Cambria"/>
              </a:rPr>
              <a:t>ENGINEERING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3020">
              <a:lnSpc>
                <a:spcPts val="1255"/>
              </a:lnSpc>
            </a:pPr>
            <a:fld id="{81D60167-4931-47E6-BA6A-407CBD079E47}" type="slidenum">
              <a:rPr dirty="0" spc="-25"/>
              <a:t>14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1734" rIns="0" bIns="0" rtlCol="0" vert="horz">
            <a:spAutoFit/>
          </a:bodyPr>
          <a:lstStyle/>
          <a:p>
            <a:pPr marL="499745">
              <a:lnSpc>
                <a:spcPct val="100000"/>
              </a:lnSpc>
              <a:spcBef>
                <a:spcPts val="140"/>
              </a:spcBef>
            </a:pPr>
            <a:r>
              <a:rPr dirty="0" sz="2200"/>
              <a:t>PROTOTYPE/DEVELOPMENT</a:t>
            </a:r>
            <a:r>
              <a:rPr dirty="0" sz="2200" spc="180"/>
              <a:t> </a:t>
            </a:r>
            <a:r>
              <a:rPr dirty="0" sz="2200"/>
              <a:t>OF</a:t>
            </a:r>
            <a:r>
              <a:rPr dirty="0" sz="2200" spc="180"/>
              <a:t> </a:t>
            </a:r>
            <a:r>
              <a:rPr dirty="0" sz="2200"/>
              <a:t>NEW</a:t>
            </a:r>
            <a:r>
              <a:rPr dirty="0" sz="2200" spc="180"/>
              <a:t> </a:t>
            </a:r>
            <a:r>
              <a:rPr dirty="0" sz="2200" spc="-10"/>
              <a:t>SOLUTION</a:t>
            </a:r>
            <a:endParaRPr sz="22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249" y="2049919"/>
            <a:ext cx="76199" cy="7619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77838" y="1880628"/>
            <a:ext cx="8451850" cy="435102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algn="just" marL="12700" marR="5080" indent="102870">
              <a:lnSpc>
                <a:spcPts val="2250"/>
              </a:lnSpc>
              <a:spcBef>
                <a:spcPts val="430"/>
              </a:spcBef>
            </a:pPr>
            <a:r>
              <a:rPr dirty="0" sz="2100">
                <a:latin typeface="Times New Roman"/>
                <a:cs typeface="Times New Roman"/>
              </a:rPr>
              <a:t>Identify</a:t>
            </a:r>
            <a:r>
              <a:rPr dirty="0" sz="2100" spc="30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30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evaluate</a:t>
            </a:r>
            <a:r>
              <a:rPr dirty="0" sz="2100" spc="30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modern</a:t>
            </a:r>
            <a:r>
              <a:rPr dirty="0" sz="2100" spc="30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irrigation</a:t>
            </a:r>
            <a:r>
              <a:rPr dirty="0" sz="2100" spc="30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technologies</a:t>
            </a:r>
            <a:r>
              <a:rPr dirty="0" sz="2100" spc="30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30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systems,</a:t>
            </a:r>
            <a:r>
              <a:rPr dirty="0" sz="2100" spc="30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such</a:t>
            </a:r>
            <a:r>
              <a:rPr dirty="0" sz="2100" spc="300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Times New Roman"/>
                <a:cs typeface="Times New Roman"/>
              </a:rPr>
              <a:t>as </a:t>
            </a:r>
            <a:r>
              <a:rPr dirty="0" sz="2100">
                <a:latin typeface="Times New Roman"/>
                <a:cs typeface="Times New Roman"/>
              </a:rPr>
              <a:t>drip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irrigation,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sprinkler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systems,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rainwater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harvesting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methods.</a:t>
            </a:r>
            <a:endParaRPr sz="2100">
              <a:latin typeface="Times New Roman"/>
              <a:cs typeface="Times New Roman"/>
            </a:endParaRPr>
          </a:p>
          <a:p>
            <a:pPr algn="just" marL="12700" marR="5080" indent="93345">
              <a:lnSpc>
                <a:spcPts val="2250"/>
              </a:lnSpc>
            </a:pPr>
            <a:r>
              <a:rPr dirty="0" sz="2100">
                <a:latin typeface="Times New Roman"/>
                <a:cs typeface="Times New Roman"/>
              </a:rPr>
              <a:t>Assess</a:t>
            </a:r>
            <a:r>
              <a:rPr dirty="0" sz="2100" spc="2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2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feasibility</a:t>
            </a:r>
            <a:r>
              <a:rPr dirty="0" sz="2100" spc="2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2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cost-effectiveness</a:t>
            </a:r>
            <a:r>
              <a:rPr dirty="0" sz="2100" spc="2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of</a:t>
            </a:r>
            <a:r>
              <a:rPr dirty="0" sz="2100" spc="2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adopting</a:t>
            </a:r>
            <a:r>
              <a:rPr dirty="0" sz="2100" spc="2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these</a:t>
            </a:r>
            <a:r>
              <a:rPr dirty="0" sz="2100" spc="22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technologies </a:t>
            </a:r>
            <a:r>
              <a:rPr dirty="0" sz="2100">
                <a:latin typeface="Times New Roman"/>
                <a:cs typeface="Times New Roman"/>
              </a:rPr>
              <a:t>for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small-scale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resource-constrained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farmers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in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community.</a:t>
            </a:r>
            <a:endParaRPr sz="2100">
              <a:latin typeface="Times New Roman"/>
              <a:cs typeface="Times New Roman"/>
            </a:endParaRPr>
          </a:p>
          <a:p>
            <a:pPr algn="just" marL="12700" marR="5080" indent="90170">
              <a:lnSpc>
                <a:spcPts val="2250"/>
              </a:lnSpc>
            </a:pPr>
            <a:r>
              <a:rPr dirty="0" sz="2100">
                <a:latin typeface="Times New Roman"/>
                <a:cs typeface="Times New Roman"/>
              </a:rPr>
              <a:t>Construction</a:t>
            </a:r>
            <a:r>
              <a:rPr dirty="0" sz="2100" spc="19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of</a:t>
            </a:r>
            <a:r>
              <a:rPr dirty="0" sz="2100" spc="19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water</a:t>
            </a:r>
            <a:r>
              <a:rPr dirty="0" sz="2100" spc="19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reservoir</a:t>
            </a:r>
            <a:r>
              <a:rPr dirty="0" sz="2100" spc="19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in</a:t>
            </a:r>
            <a:r>
              <a:rPr dirty="0" sz="2100" spc="20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19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villages</a:t>
            </a:r>
            <a:r>
              <a:rPr dirty="0" sz="2100" spc="19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by</a:t>
            </a:r>
            <a:r>
              <a:rPr dirty="0" sz="2100" spc="19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20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government</a:t>
            </a:r>
            <a:r>
              <a:rPr dirty="0" sz="2100" spc="19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will</a:t>
            </a:r>
            <a:r>
              <a:rPr dirty="0" sz="2100" spc="195">
                <a:latin typeface="Times New Roman"/>
                <a:cs typeface="Times New Roman"/>
              </a:rPr>
              <a:t> </a:t>
            </a:r>
            <a:r>
              <a:rPr dirty="0" sz="2100" spc="-20">
                <a:latin typeface="Times New Roman"/>
                <a:cs typeface="Times New Roman"/>
              </a:rPr>
              <a:t>lead </a:t>
            </a:r>
            <a:r>
              <a:rPr dirty="0" sz="2100">
                <a:latin typeface="Times New Roman"/>
                <a:cs typeface="Times New Roman"/>
              </a:rPr>
              <a:t>reduce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water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scarcity.</a:t>
            </a:r>
            <a:endParaRPr sz="2100">
              <a:latin typeface="Times New Roman"/>
              <a:cs typeface="Times New Roman"/>
            </a:endParaRPr>
          </a:p>
          <a:p>
            <a:pPr algn="just" marL="12700" marR="5080" indent="111125">
              <a:lnSpc>
                <a:spcPts val="2250"/>
              </a:lnSpc>
            </a:pPr>
            <a:r>
              <a:rPr dirty="0" sz="2100">
                <a:latin typeface="Times New Roman"/>
                <a:cs typeface="Times New Roman"/>
              </a:rPr>
              <a:t>Smart</a:t>
            </a:r>
            <a:r>
              <a:rPr dirty="0" sz="2100" spc="35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irrigation</a:t>
            </a:r>
            <a:r>
              <a:rPr dirty="0" sz="2100" spc="36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system</a:t>
            </a:r>
            <a:r>
              <a:rPr dirty="0" sz="2100" spc="35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using</a:t>
            </a:r>
            <a:r>
              <a:rPr dirty="0" sz="2100" spc="36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36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machine</a:t>
            </a:r>
            <a:r>
              <a:rPr dirty="0" sz="2100" spc="35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learning.</a:t>
            </a:r>
            <a:r>
              <a:rPr dirty="0" sz="2100" spc="36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We</a:t>
            </a:r>
            <a:r>
              <a:rPr dirty="0" sz="2100" spc="35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can</a:t>
            </a:r>
            <a:r>
              <a:rPr dirty="0" sz="2100" spc="36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use</a:t>
            </a:r>
            <a:r>
              <a:rPr dirty="0" sz="2100" spc="36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355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Times New Roman"/>
                <a:cs typeface="Times New Roman"/>
              </a:rPr>
              <a:t>IOT </a:t>
            </a:r>
            <a:r>
              <a:rPr dirty="0" sz="2100">
                <a:latin typeface="Times New Roman"/>
                <a:cs typeface="Times New Roman"/>
              </a:rPr>
              <a:t>technology</a:t>
            </a:r>
            <a:r>
              <a:rPr dirty="0" sz="2100" spc="15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to</a:t>
            </a:r>
            <a:r>
              <a:rPr dirty="0" sz="2100" spc="16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develop</a:t>
            </a:r>
            <a:r>
              <a:rPr dirty="0" sz="2100" spc="15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this</a:t>
            </a:r>
            <a:r>
              <a:rPr dirty="0" sz="2100" spc="16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project.</a:t>
            </a:r>
            <a:r>
              <a:rPr dirty="0" sz="2100" spc="160">
                <a:latin typeface="Times New Roman"/>
                <a:cs typeface="Times New Roman"/>
              </a:rPr>
              <a:t>  </a:t>
            </a:r>
            <a:r>
              <a:rPr dirty="0" sz="2100">
                <a:solidFill>
                  <a:srgbClr val="374050"/>
                </a:solidFill>
                <a:latin typeface="Times New Roman"/>
                <a:cs typeface="Times New Roman"/>
              </a:rPr>
              <a:t>The</a:t>
            </a:r>
            <a:r>
              <a:rPr dirty="0" sz="2100" spc="155">
                <a:solidFill>
                  <a:srgbClr val="374050"/>
                </a:solidFill>
                <a:latin typeface="Times New Roman"/>
                <a:cs typeface="Times New Roman"/>
              </a:rPr>
              <a:t>  </a:t>
            </a:r>
            <a:r>
              <a:rPr dirty="0" sz="2100">
                <a:solidFill>
                  <a:srgbClr val="374050"/>
                </a:solidFill>
                <a:latin typeface="Times New Roman"/>
                <a:cs typeface="Times New Roman"/>
              </a:rPr>
              <a:t>development</a:t>
            </a:r>
            <a:r>
              <a:rPr dirty="0" sz="2100" spc="160">
                <a:solidFill>
                  <a:srgbClr val="374050"/>
                </a:solidFill>
                <a:latin typeface="Times New Roman"/>
                <a:cs typeface="Times New Roman"/>
              </a:rPr>
              <a:t>  </a:t>
            </a:r>
            <a:r>
              <a:rPr dirty="0" sz="2100">
                <a:solidFill>
                  <a:srgbClr val="374050"/>
                </a:solidFill>
                <a:latin typeface="Times New Roman"/>
                <a:cs typeface="Times New Roman"/>
              </a:rPr>
              <a:t>of</a:t>
            </a:r>
            <a:r>
              <a:rPr dirty="0" sz="2100" spc="155">
                <a:solidFill>
                  <a:srgbClr val="374050"/>
                </a:solidFill>
                <a:latin typeface="Times New Roman"/>
                <a:cs typeface="Times New Roman"/>
              </a:rPr>
              <a:t>  </a:t>
            </a:r>
            <a:r>
              <a:rPr dirty="0" sz="2100">
                <a:solidFill>
                  <a:srgbClr val="374050"/>
                </a:solidFill>
                <a:latin typeface="Times New Roman"/>
                <a:cs typeface="Times New Roman"/>
              </a:rPr>
              <a:t>a</a:t>
            </a:r>
            <a:r>
              <a:rPr dirty="0" sz="2100" spc="160">
                <a:solidFill>
                  <a:srgbClr val="374050"/>
                </a:solidFill>
                <a:latin typeface="Times New Roman"/>
                <a:cs typeface="Times New Roman"/>
              </a:rPr>
              <a:t>  </a:t>
            </a:r>
            <a:r>
              <a:rPr dirty="0" sz="2100">
                <a:solidFill>
                  <a:srgbClr val="374050"/>
                </a:solidFill>
                <a:latin typeface="Times New Roman"/>
                <a:cs typeface="Times New Roman"/>
              </a:rPr>
              <a:t>new</a:t>
            </a:r>
            <a:r>
              <a:rPr dirty="0" sz="2100" spc="160">
                <a:solidFill>
                  <a:srgbClr val="374050"/>
                </a:solidFill>
                <a:latin typeface="Times New Roman"/>
                <a:cs typeface="Times New Roman"/>
              </a:rPr>
              <a:t>  </a:t>
            </a:r>
            <a:r>
              <a:rPr dirty="0" sz="2100" spc="-10">
                <a:solidFill>
                  <a:srgbClr val="374050"/>
                </a:solidFill>
                <a:latin typeface="Times New Roman"/>
                <a:cs typeface="Times New Roman"/>
              </a:rPr>
              <a:t>smart </a:t>
            </a:r>
            <a:r>
              <a:rPr dirty="0" sz="2100">
                <a:solidFill>
                  <a:srgbClr val="374050"/>
                </a:solidFill>
                <a:latin typeface="Times New Roman"/>
                <a:cs typeface="Times New Roman"/>
              </a:rPr>
              <a:t>irrigation</a:t>
            </a:r>
            <a:r>
              <a:rPr dirty="0" sz="2100" spc="305">
                <a:solidFill>
                  <a:srgbClr val="374050"/>
                </a:solidFill>
                <a:latin typeface="Times New Roman"/>
                <a:cs typeface="Times New Roman"/>
              </a:rPr>
              <a:t>  </a:t>
            </a:r>
            <a:r>
              <a:rPr dirty="0" sz="2100">
                <a:solidFill>
                  <a:srgbClr val="374050"/>
                </a:solidFill>
                <a:latin typeface="Times New Roman"/>
                <a:cs typeface="Times New Roman"/>
              </a:rPr>
              <a:t>system</a:t>
            </a:r>
            <a:r>
              <a:rPr dirty="0" sz="2100" spc="310">
                <a:solidFill>
                  <a:srgbClr val="374050"/>
                </a:solidFill>
                <a:latin typeface="Times New Roman"/>
                <a:cs typeface="Times New Roman"/>
              </a:rPr>
              <a:t>  </a:t>
            </a:r>
            <a:r>
              <a:rPr dirty="0" sz="2100">
                <a:solidFill>
                  <a:srgbClr val="374050"/>
                </a:solidFill>
                <a:latin typeface="Times New Roman"/>
                <a:cs typeface="Times New Roman"/>
              </a:rPr>
              <a:t>for</a:t>
            </a:r>
            <a:r>
              <a:rPr dirty="0" sz="2100" spc="310">
                <a:solidFill>
                  <a:srgbClr val="374050"/>
                </a:solidFill>
                <a:latin typeface="Times New Roman"/>
                <a:cs typeface="Times New Roman"/>
              </a:rPr>
              <a:t>  </a:t>
            </a:r>
            <a:r>
              <a:rPr dirty="0" sz="2100">
                <a:solidFill>
                  <a:srgbClr val="374050"/>
                </a:solidFill>
                <a:latin typeface="Times New Roman"/>
                <a:cs typeface="Times New Roman"/>
              </a:rPr>
              <a:t>efficient</a:t>
            </a:r>
            <a:r>
              <a:rPr dirty="0" sz="2100" spc="310">
                <a:solidFill>
                  <a:srgbClr val="374050"/>
                </a:solidFill>
                <a:latin typeface="Times New Roman"/>
                <a:cs typeface="Times New Roman"/>
              </a:rPr>
              <a:t>  </a:t>
            </a:r>
            <a:r>
              <a:rPr dirty="0" sz="2100">
                <a:solidFill>
                  <a:srgbClr val="374050"/>
                </a:solidFill>
                <a:latin typeface="Times New Roman"/>
                <a:cs typeface="Times New Roman"/>
              </a:rPr>
              <a:t>water</a:t>
            </a:r>
            <a:r>
              <a:rPr dirty="0" sz="2100" spc="310">
                <a:solidFill>
                  <a:srgbClr val="374050"/>
                </a:solidFill>
                <a:latin typeface="Times New Roman"/>
                <a:cs typeface="Times New Roman"/>
              </a:rPr>
              <a:t>  </a:t>
            </a:r>
            <a:r>
              <a:rPr dirty="0" sz="2100">
                <a:solidFill>
                  <a:srgbClr val="374050"/>
                </a:solidFill>
                <a:latin typeface="Times New Roman"/>
                <a:cs typeface="Times New Roman"/>
              </a:rPr>
              <a:t>management</a:t>
            </a:r>
            <a:r>
              <a:rPr dirty="0" sz="2100" spc="305">
                <a:solidFill>
                  <a:srgbClr val="374050"/>
                </a:solidFill>
                <a:latin typeface="Times New Roman"/>
                <a:cs typeface="Times New Roman"/>
              </a:rPr>
              <a:t>  </a:t>
            </a:r>
            <a:r>
              <a:rPr dirty="0" sz="2100">
                <a:solidFill>
                  <a:srgbClr val="374050"/>
                </a:solidFill>
                <a:latin typeface="Times New Roman"/>
                <a:cs typeface="Times New Roman"/>
              </a:rPr>
              <a:t>in</a:t>
            </a:r>
            <a:r>
              <a:rPr dirty="0" sz="2100" spc="310">
                <a:solidFill>
                  <a:srgbClr val="374050"/>
                </a:solidFill>
                <a:latin typeface="Times New Roman"/>
                <a:cs typeface="Times New Roman"/>
              </a:rPr>
              <a:t>  </a:t>
            </a:r>
            <a:r>
              <a:rPr dirty="0" sz="2100">
                <a:solidFill>
                  <a:srgbClr val="374050"/>
                </a:solidFill>
                <a:latin typeface="Times New Roman"/>
                <a:cs typeface="Times New Roman"/>
              </a:rPr>
              <a:t>agriculture</a:t>
            </a:r>
            <a:r>
              <a:rPr dirty="0" sz="2100" spc="310">
                <a:solidFill>
                  <a:srgbClr val="374050"/>
                </a:solidFill>
                <a:latin typeface="Times New Roman"/>
                <a:cs typeface="Times New Roman"/>
              </a:rPr>
              <a:t>  </a:t>
            </a:r>
            <a:r>
              <a:rPr dirty="0" sz="2100" spc="-25">
                <a:solidFill>
                  <a:srgbClr val="374050"/>
                </a:solidFill>
                <a:latin typeface="Times New Roman"/>
                <a:cs typeface="Times New Roman"/>
              </a:rPr>
              <a:t>and </a:t>
            </a:r>
            <a:r>
              <a:rPr dirty="0" sz="2100" spc="-10">
                <a:solidFill>
                  <a:srgbClr val="374050"/>
                </a:solidFill>
                <a:latin typeface="Times New Roman"/>
                <a:cs typeface="Times New Roman"/>
              </a:rPr>
              <a:t>landscaping.</a:t>
            </a:r>
            <a:endParaRPr sz="2100">
              <a:latin typeface="Times New Roman"/>
              <a:cs typeface="Times New Roman"/>
            </a:endParaRPr>
          </a:p>
          <a:p>
            <a:pPr algn="just" marL="12700" marR="5080">
              <a:lnSpc>
                <a:spcPts val="2250"/>
              </a:lnSpc>
            </a:pPr>
            <a:r>
              <a:rPr dirty="0" sz="2100">
                <a:latin typeface="Times New Roman"/>
                <a:cs typeface="Times New Roman"/>
              </a:rPr>
              <a:t>This</a:t>
            </a:r>
            <a:r>
              <a:rPr dirty="0" sz="2100" spc="11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innovative</a:t>
            </a:r>
            <a:r>
              <a:rPr dirty="0" sz="2100" spc="114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system</a:t>
            </a:r>
            <a:r>
              <a:rPr dirty="0" sz="2100" spc="11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integrates</a:t>
            </a:r>
            <a:r>
              <a:rPr dirty="0" sz="2100" spc="114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advanced</a:t>
            </a:r>
            <a:r>
              <a:rPr dirty="0" sz="2100" spc="114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technologies,</a:t>
            </a:r>
            <a:r>
              <a:rPr dirty="0" sz="2100" spc="11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including</a:t>
            </a:r>
            <a:r>
              <a:rPr dirty="0" sz="2100" spc="114">
                <a:latin typeface="Times New Roman"/>
                <a:cs typeface="Times New Roman"/>
              </a:rPr>
              <a:t>  </a:t>
            </a:r>
            <a:r>
              <a:rPr dirty="0" sz="2100" spc="-20">
                <a:latin typeface="Times New Roman"/>
                <a:cs typeface="Times New Roman"/>
              </a:rPr>
              <a:t>soil </a:t>
            </a:r>
            <a:r>
              <a:rPr dirty="0" sz="2100">
                <a:latin typeface="Times New Roman"/>
                <a:cs typeface="Times New Roman"/>
              </a:rPr>
              <a:t>moisture</a:t>
            </a:r>
            <a:r>
              <a:rPr dirty="0" sz="2100" spc="5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sensors,</a:t>
            </a:r>
            <a:r>
              <a:rPr dirty="0" sz="2100" spc="5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weather</a:t>
            </a:r>
            <a:r>
              <a:rPr dirty="0" sz="2100" spc="5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data</a:t>
            </a:r>
            <a:r>
              <a:rPr dirty="0" sz="2100" spc="5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analysis,</a:t>
            </a:r>
            <a:r>
              <a:rPr dirty="0" sz="2100" spc="6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automation</a:t>
            </a:r>
            <a:r>
              <a:rPr dirty="0" sz="2100" spc="5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control,</a:t>
            </a:r>
            <a:r>
              <a:rPr dirty="0" sz="2100" spc="5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55">
                <a:latin typeface="Times New Roman"/>
                <a:cs typeface="Times New Roman"/>
              </a:rPr>
              <a:t>  </a:t>
            </a:r>
            <a:r>
              <a:rPr dirty="0" sz="2100" spc="-10">
                <a:latin typeface="Times New Roman"/>
                <a:cs typeface="Times New Roman"/>
              </a:rPr>
              <a:t>remote </a:t>
            </a:r>
            <a:r>
              <a:rPr dirty="0" sz="2100">
                <a:latin typeface="Times New Roman"/>
                <a:cs typeface="Times New Roman"/>
              </a:rPr>
              <a:t>access</a:t>
            </a:r>
            <a:r>
              <a:rPr dirty="0" sz="2100" spc="409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capabilities.</a:t>
            </a:r>
            <a:r>
              <a:rPr dirty="0" sz="2100" spc="409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Soil</a:t>
            </a:r>
            <a:r>
              <a:rPr dirty="0" sz="2100" spc="4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moisture</a:t>
            </a:r>
            <a:r>
              <a:rPr dirty="0" sz="2100" spc="409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sensors</a:t>
            </a:r>
            <a:r>
              <a:rPr dirty="0" sz="2100" spc="409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are</a:t>
            </a:r>
            <a:r>
              <a:rPr dirty="0" sz="2100" spc="4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strategically</a:t>
            </a:r>
            <a:r>
              <a:rPr dirty="0" sz="2100" spc="409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deployed</a:t>
            </a:r>
            <a:r>
              <a:rPr dirty="0" sz="2100" spc="409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in</a:t>
            </a:r>
            <a:r>
              <a:rPr dirty="0" sz="2100" spc="415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Times New Roman"/>
                <a:cs typeface="Times New Roman"/>
              </a:rPr>
              <a:t>the </a:t>
            </a:r>
            <a:r>
              <a:rPr dirty="0" sz="2100">
                <a:latin typeface="Times New Roman"/>
                <a:cs typeface="Times New Roman"/>
              </a:rPr>
              <a:t>fields</a:t>
            </a:r>
            <a:r>
              <a:rPr dirty="0" sz="2100" spc="254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to</a:t>
            </a:r>
            <a:r>
              <a:rPr dirty="0" sz="2100" spc="26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continuously</a:t>
            </a:r>
            <a:r>
              <a:rPr dirty="0" sz="2100" spc="26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monitor</a:t>
            </a:r>
            <a:r>
              <a:rPr dirty="0" sz="2100" spc="254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real-</a:t>
            </a:r>
            <a:r>
              <a:rPr dirty="0" sz="2100">
                <a:latin typeface="Times New Roman"/>
                <a:cs typeface="Times New Roman"/>
              </a:rPr>
              <a:t>time</a:t>
            </a:r>
            <a:r>
              <a:rPr dirty="0" sz="2100" spc="26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moisture</a:t>
            </a:r>
            <a:r>
              <a:rPr dirty="0" sz="2100" spc="26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levels,</a:t>
            </a:r>
            <a:r>
              <a:rPr dirty="0" sz="2100" spc="254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providing</a:t>
            </a:r>
            <a:r>
              <a:rPr dirty="0" sz="2100" spc="26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accurate </a:t>
            </a:r>
            <a:r>
              <a:rPr dirty="0" sz="2100">
                <a:latin typeface="Times New Roman"/>
                <a:cs typeface="Times New Roman"/>
              </a:rPr>
              <a:t>data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on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crop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water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requirements.</a:t>
            </a:r>
            <a:endParaRPr sz="2100">
              <a:latin typeface="Times New Roman"/>
              <a:cs typeface="Times New Roman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249" y="2621419"/>
            <a:ext cx="76199" cy="7619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249" y="3192919"/>
            <a:ext cx="76199" cy="76199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249" y="3764419"/>
            <a:ext cx="76199" cy="7619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249" y="4907419"/>
            <a:ext cx="76199" cy="76199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14-</a:t>
            </a:r>
            <a:r>
              <a:rPr dirty="0" spc="95"/>
              <a:t>04-</a:t>
            </a:r>
            <a:r>
              <a:rPr dirty="0" spc="-20"/>
              <a:t>2026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17855">
              <a:lnSpc>
                <a:spcPts val="1150"/>
              </a:lnSpc>
            </a:pPr>
            <a:r>
              <a:rPr dirty="0" sz="1050" spc="85">
                <a:solidFill>
                  <a:srgbClr val="6A240A"/>
                </a:solidFill>
              </a:rPr>
              <a:t>BATCH</a:t>
            </a:r>
            <a:r>
              <a:rPr dirty="0" sz="1050" spc="65">
                <a:solidFill>
                  <a:srgbClr val="6A240A"/>
                </a:solidFill>
              </a:rPr>
              <a:t> </a:t>
            </a:r>
            <a:r>
              <a:rPr dirty="0" sz="1050" spc="-10">
                <a:solidFill>
                  <a:srgbClr val="6A240A"/>
                </a:solidFill>
              </a:rPr>
              <a:t>NO:227</a:t>
            </a:r>
            <a:endParaRPr sz="1050"/>
          </a:p>
        </p:txBody>
      </p:sp>
      <p:sp>
        <p:nvSpPr>
          <p:cNvPr id="11" name="object 11" descr=""/>
          <p:cNvSpPr txBox="1"/>
          <p:nvPr/>
        </p:nvSpPr>
        <p:spPr>
          <a:xfrm>
            <a:off x="1960816" y="6789908"/>
            <a:ext cx="3788410" cy="161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050" spc="85">
                <a:solidFill>
                  <a:srgbClr val="6A240A"/>
                </a:solidFill>
                <a:latin typeface="Cambria"/>
                <a:cs typeface="Cambria"/>
              </a:rPr>
              <a:t>DEPARTMENT</a:t>
            </a:r>
            <a:r>
              <a:rPr dirty="0" sz="1050" spc="60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75">
                <a:solidFill>
                  <a:srgbClr val="6A240A"/>
                </a:solidFill>
                <a:latin typeface="Cambria"/>
                <a:cs typeface="Cambria"/>
              </a:rPr>
              <a:t>OF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90">
                <a:solidFill>
                  <a:srgbClr val="6A240A"/>
                </a:solidFill>
                <a:latin typeface="Cambria"/>
                <a:cs typeface="Cambria"/>
              </a:rPr>
              <a:t>COMPUTER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95">
                <a:solidFill>
                  <a:srgbClr val="6A240A"/>
                </a:solidFill>
                <a:latin typeface="Cambria"/>
                <a:cs typeface="Cambria"/>
              </a:rPr>
              <a:t>SCIENCE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&amp; </a:t>
            </a:r>
            <a:r>
              <a:rPr dirty="0" sz="1050" spc="90">
                <a:solidFill>
                  <a:srgbClr val="6A240A"/>
                </a:solidFill>
                <a:latin typeface="Cambria"/>
                <a:cs typeface="Cambria"/>
              </a:rPr>
              <a:t>ENGINEERING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3020">
              <a:lnSpc>
                <a:spcPts val="1255"/>
              </a:lnSpc>
            </a:pPr>
            <a:fld id="{81D60167-4931-47E6-BA6A-407CBD079E47}" type="slidenum">
              <a:rPr dirty="0" spc="-25"/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219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200"/>
              <a:t>PROTOTYPE/DEVELOPMENT</a:t>
            </a:r>
            <a:r>
              <a:rPr dirty="0" sz="2200" spc="180"/>
              <a:t> </a:t>
            </a:r>
            <a:r>
              <a:rPr dirty="0" sz="2200"/>
              <a:t>OF</a:t>
            </a:r>
            <a:r>
              <a:rPr dirty="0" sz="2200" spc="180"/>
              <a:t> </a:t>
            </a:r>
            <a:r>
              <a:rPr dirty="0" sz="2200"/>
              <a:t>NEW</a:t>
            </a:r>
            <a:r>
              <a:rPr dirty="0" sz="2200" spc="180"/>
              <a:t> </a:t>
            </a:r>
            <a:r>
              <a:rPr dirty="0" sz="2200" spc="-10"/>
              <a:t>SOLUTION</a:t>
            </a:r>
            <a:endParaRPr sz="22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97" y="1897338"/>
            <a:ext cx="76199" cy="7619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00686" y="1728047"/>
            <a:ext cx="8451850" cy="292227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algn="just" marL="12700" marR="5080" indent="106680">
              <a:lnSpc>
                <a:spcPts val="2250"/>
              </a:lnSpc>
              <a:spcBef>
                <a:spcPts val="430"/>
              </a:spcBef>
            </a:pP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3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system</a:t>
            </a:r>
            <a:r>
              <a:rPr dirty="0" sz="2100" spc="3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leverages</a:t>
            </a:r>
            <a:r>
              <a:rPr dirty="0" sz="2100" spc="3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weather</a:t>
            </a:r>
            <a:r>
              <a:rPr dirty="0" sz="2100" spc="3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data</a:t>
            </a:r>
            <a:r>
              <a:rPr dirty="0" sz="2100" spc="3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to</a:t>
            </a:r>
            <a:r>
              <a:rPr dirty="0" sz="2100" spc="3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anticipate</a:t>
            </a:r>
            <a:r>
              <a:rPr dirty="0" sz="2100" spc="3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environmental</a:t>
            </a:r>
            <a:r>
              <a:rPr dirty="0" sz="2100" spc="32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conditions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40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adjust</a:t>
            </a:r>
            <a:r>
              <a:rPr dirty="0" sz="2100" spc="40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irrigation</a:t>
            </a:r>
            <a:r>
              <a:rPr dirty="0" sz="2100" spc="40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schedules</a:t>
            </a:r>
            <a:r>
              <a:rPr dirty="0" sz="2100" spc="40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accordingly,</a:t>
            </a:r>
            <a:r>
              <a:rPr dirty="0" sz="2100" spc="40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ensuring</a:t>
            </a:r>
            <a:r>
              <a:rPr dirty="0" sz="2100" spc="40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optimal</a:t>
            </a:r>
            <a:r>
              <a:rPr dirty="0" sz="2100" spc="40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water</a:t>
            </a:r>
            <a:r>
              <a:rPr dirty="0" sz="2100" spc="40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usage. </a:t>
            </a:r>
            <a:r>
              <a:rPr dirty="0" sz="2100">
                <a:latin typeface="Times New Roman"/>
                <a:cs typeface="Times New Roman"/>
              </a:rPr>
              <a:t>Automation</a:t>
            </a:r>
            <a:r>
              <a:rPr dirty="0" sz="2100" spc="24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24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microcontrollers</a:t>
            </a:r>
            <a:r>
              <a:rPr dirty="0" sz="2100" spc="24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enable</a:t>
            </a:r>
            <a:r>
              <a:rPr dirty="0" sz="2100" spc="24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autonomous</a:t>
            </a:r>
            <a:r>
              <a:rPr dirty="0" sz="2100" spc="24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irrigation</a:t>
            </a:r>
            <a:r>
              <a:rPr dirty="0" sz="2100" spc="240">
                <a:latin typeface="Times New Roman"/>
                <a:cs typeface="Times New Roman"/>
              </a:rPr>
              <a:t>  </a:t>
            </a:r>
            <a:r>
              <a:rPr dirty="0" sz="2100" spc="-10">
                <a:latin typeface="Times New Roman"/>
                <a:cs typeface="Times New Roman"/>
              </a:rPr>
              <a:t>events, </a:t>
            </a:r>
            <a:r>
              <a:rPr dirty="0" sz="2100">
                <a:latin typeface="Times New Roman"/>
                <a:cs typeface="Times New Roman"/>
              </a:rPr>
              <a:t>minimizing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water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wastage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while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maximizing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crop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health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yield.</a:t>
            </a:r>
            <a:endParaRPr sz="2100">
              <a:latin typeface="Times New Roman"/>
              <a:cs typeface="Times New Roman"/>
            </a:endParaRPr>
          </a:p>
          <a:p>
            <a:pPr algn="just" marL="12700" marR="5080">
              <a:lnSpc>
                <a:spcPts val="2250"/>
              </a:lnSpc>
            </a:pPr>
            <a:r>
              <a:rPr dirty="0" sz="2100">
                <a:latin typeface="Times New Roman"/>
                <a:cs typeface="Times New Roman"/>
              </a:rPr>
              <a:t>Moreover,</a:t>
            </a:r>
            <a:r>
              <a:rPr dirty="0" sz="2100" spc="13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1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user-friendly</a:t>
            </a:r>
            <a:r>
              <a:rPr dirty="0" sz="2100" spc="13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interface</a:t>
            </a:r>
            <a:r>
              <a:rPr dirty="0" sz="2100" spc="1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allows</a:t>
            </a:r>
            <a:r>
              <a:rPr dirty="0" sz="2100" spc="13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farmers</a:t>
            </a:r>
            <a:r>
              <a:rPr dirty="0" sz="2100" spc="1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to</a:t>
            </a:r>
            <a:r>
              <a:rPr dirty="0" sz="2100" spc="13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remotely</a:t>
            </a:r>
            <a:r>
              <a:rPr dirty="0" sz="2100" spc="14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control</a:t>
            </a:r>
            <a:r>
              <a:rPr dirty="0" sz="2100" spc="135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Times New Roman"/>
                <a:cs typeface="Times New Roman"/>
              </a:rPr>
              <a:t>and </a:t>
            </a:r>
            <a:r>
              <a:rPr dirty="0" sz="2100">
                <a:latin typeface="Times New Roman"/>
                <a:cs typeface="Times New Roman"/>
              </a:rPr>
              <a:t>monitor</a:t>
            </a:r>
            <a:r>
              <a:rPr dirty="0" sz="2100" spc="4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the</a:t>
            </a:r>
            <a:r>
              <a:rPr dirty="0" sz="2100" spc="4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system,</a:t>
            </a:r>
            <a:r>
              <a:rPr dirty="0" sz="2100" spc="4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empowering</a:t>
            </a:r>
            <a:r>
              <a:rPr dirty="0" sz="2100" spc="4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them</a:t>
            </a:r>
            <a:r>
              <a:rPr dirty="0" sz="2100" spc="4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to</a:t>
            </a:r>
            <a:r>
              <a:rPr dirty="0" sz="2100" spc="4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make</a:t>
            </a:r>
            <a:r>
              <a:rPr dirty="0" sz="2100" spc="42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real-</a:t>
            </a:r>
            <a:r>
              <a:rPr dirty="0" sz="2100">
                <a:latin typeface="Times New Roman"/>
                <a:cs typeface="Times New Roman"/>
              </a:rPr>
              <a:t>time</a:t>
            </a:r>
            <a:r>
              <a:rPr dirty="0" sz="2100" spc="4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adjustments</a:t>
            </a:r>
            <a:r>
              <a:rPr dirty="0" sz="2100" spc="425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Times New Roman"/>
                <a:cs typeface="Times New Roman"/>
              </a:rPr>
              <a:t>and </a:t>
            </a:r>
            <a:r>
              <a:rPr dirty="0" sz="2100">
                <a:latin typeface="Times New Roman"/>
                <a:cs typeface="Times New Roman"/>
              </a:rPr>
              <a:t>optimize</a:t>
            </a:r>
            <a:r>
              <a:rPr dirty="0" sz="2100" spc="8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irrigation</a:t>
            </a:r>
            <a:r>
              <a:rPr dirty="0" sz="2100" spc="9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practices.</a:t>
            </a:r>
            <a:r>
              <a:rPr dirty="0" sz="2100" spc="9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This</a:t>
            </a:r>
            <a:r>
              <a:rPr dirty="0" sz="2100" spc="9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new</a:t>
            </a:r>
            <a:r>
              <a:rPr dirty="0" sz="2100" spc="9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smart</a:t>
            </a:r>
            <a:r>
              <a:rPr dirty="0" sz="2100" spc="9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irrigation</a:t>
            </a:r>
            <a:r>
              <a:rPr dirty="0" sz="2100" spc="9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system</a:t>
            </a:r>
            <a:r>
              <a:rPr dirty="0" sz="2100" spc="9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offers</a:t>
            </a:r>
            <a:r>
              <a:rPr dirty="0" sz="2100" spc="90">
                <a:latin typeface="Times New Roman"/>
                <a:cs typeface="Times New Roman"/>
              </a:rPr>
              <a:t>  </a:t>
            </a:r>
            <a:r>
              <a:rPr dirty="0" sz="2100" spc="-50">
                <a:latin typeface="Times New Roman"/>
                <a:cs typeface="Times New Roman"/>
              </a:rPr>
              <a:t>a </a:t>
            </a:r>
            <a:r>
              <a:rPr dirty="0" sz="2100">
                <a:latin typeface="Times New Roman"/>
                <a:cs typeface="Times New Roman"/>
              </a:rPr>
              <a:t>sustainable</a:t>
            </a:r>
            <a:r>
              <a:rPr dirty="0" sz="2100" spc="30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31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environmentally</a:t>
            </a:r>
            <a:r>
              <a:rPr dirty="0" sz="2100" spc="31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conscious</a:t>
            </a:r>
            <a:r>
              <a:rPr dirty="0" sz="2100" spc="31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approach</a:t>
            </a:r>
            <a:r>
              <a:rPr dirty="0" sz="2100" spc="31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to</a:t>
            </a:r>
            <a:r>
              <a:rPr dirty="0" sz="2100" spc="31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water</a:t>
            </a:r>
            <a:r>
              <a:rPr dirty="0" sz="2100" spc="31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conservation, </a:t>
            </a:r>
            <a:r>
              <a:rPr dirty="0" sz="2100">
                <a:latin typeface="Times New Roman"/>
                <a:cs typeface="Times New Roman"/>
              </a:rPr>
              <a:t>promoting</a:t>
            </a:r>
            <a:r>
              <a:rPr dirty="0" sz="2100" spc="49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resource</a:t>
            </a:r>
            <a:r>
              <a:rPr dirty="0" sz="2100" spc="49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efficiency</a:t>
            </a:r>
            <a:r>
              <a:rPr dirty="0" sz="2100" spc="49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500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productivity</a:t>
            </a:r>
            <a:r>
              <a:rPr dirty="0" sz="2100" spc="49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in</a:t>
            </a:r>
            <a:r>
              <a:rPr dirty="0" sz="2100" spc="495">
                <a:latin typeface="Times New Roman"/>
                <a:cs typeface="Times New Roman"/>
              </a:rPr>
              <a:t>  </a:t>
            </a:r>
            <a:r>
              <a:rPr dirty="0" sz="2100">
                <a:latin typeface="Times New Roman"/>
                <a:cs typeface="Times New Roman"/>
              </a:rPr>
              <a:t>agriculture</a:t>
            </a:r>
            <a:r>
              <a:rPr dirty="0" sz="2100" spc="495">
                <a:latin typeface="Times New Roman"/>
                <a:cs typeface="Times New Roman"/>
              </a:rPr>
              <a:t>  </a:t>
            </a:r>
            <a:r>
              <a:rPr dirty="0" sz="2100" spc="-25">
                <a:latin typeface="Times New Roman"/>
                <a:cs typeface="Times New Roman"/>
              </a:rPr>
              <a:t>and </a:t>
            </a:r>
            <a:r>
              <a:rPr dirty="0" sz="2100">
                <a:latin typeface="Times New Roman"/>
                <a:cs typeface="Times New Roman"/>
              </a:rPr>
              <a:t>landscaping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industries.</a:t>
            </a:r>
            <a:endParaRPr sz="2100">
              <a:latin typeface="Times New Roman"/>
              <a:cs typeface="Times New Roman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97" y="3040338"/>
            <a:ext cx="76199" cy="76199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05"/>
              </a:lnSpc>
            </a:pPr>
            <a:r>
              <a:rPr dirty="0" spc="85"/>
              <a:t>BATCH</a:t>
            </a:r>
            <a:r>
              <a:rPr dirty="0" spc="80"/>
              <a:t> </a:t>
            </a:r>
            <a:r>
              <a:rPr dirty="0" spc="-10"/>
              <a:t>NO:227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1381128" y="6798847"/>
            <a:ext cx="3975100" cy="167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05"/>
              </a:lnSpc>
            </a:pPr>
            <a:r>
              <a:rPr dirty="0" sz="1100" spc="85">
                <a:solidFill>
                  <a:srgbClr val="6A240C"/>
                </a:solidFill>
                <a:latin typeface="Cambria"/>
                <a:cs typeface="Cambria"/>
              </a:rPr>
              <a:t>DEPARTMENT</a:t>
            </a:r>
            <a:r>
              <a:rPr dirty="0" sz="1100" spc="75">
                <a:solidFill>
                  <a:srgbClr val="6A240C"/>
                </a:solidFill>
                <a:latin typeface="Cambria"/>
                <a:cs typeface="Cambria"/>
              </a:rPr>
              <a:t> </a:t>
            </a:r>
            <a:r>
              <a:rPr dirty="0" sz="1100" spc="85">
                <a:solidFill>
                  <a:srgbClr val="6A240C"/>
                </a:solidFill>
                <a:latin typeface="Cambria"/>
                <a:cs typeface="Cambria"/>
              </a:rPr>
              <a:t>OF</a:t>
            </a:r>
            <a:r>
              <a:rPr dirty="0" sz="1100" spc="75">
                <a:solidFill>
                  <a:srgbClr val="6A240C"/>
                </a:solidFill>
                <a:latin typeface="Cambria"/>
                <a:cs typeface="Cambria"/>
              </a:rPr>
              <a:t> </a:t>
            </a:r>
            <a:r>
              <a:rPr dirty="0" sz="1100" spc="90">
                <a:solidFill>
                  <a:srgbClr val="6A240C"/>
                </a:solidFill>
                <a:latin typeface="Cambria"/>
                <a:cs typeface="Cambria"/>
              </a:rPr>
              <a:t>COMPUTER</a:t>
            </a:r>
            <a:r>
              <a:rPr dirty="0" sz="1100" spc="75">
                <a:solidFill>
                  <a:srgbClr val="6A240C"/>
                </a:solidFill>
                <a:latin typeface="Cambria"/>
                <a:cs typeface="Cambria"/>
              </a:rPr>
              <a:t> </a:t>
            </a:r>
            <a:r>
              <a:rPr dirty="0" sz="1100" spc="90">
                <a:solidFill>
                  <a:srgbClr val="6A240C"/>
                </a:solidFill>
                <a:latin typeface="Cambria"/>
                <a:cs typeface="Cambria"/>
              </a:rPr>
              <a:t>SCIENCE</a:t>
            </a:r>
            <a:r>
              <a:rPr dirty="0" sz="1100" spc="75">
                <a:solidFill>
                  <a:srgbClr val="6A240C"/>
                </a:solidFill>
                <a:latin typeface="Cambria"/>
                <a:cs typeface="Cambria"/>
              </a:rPr>
              <a:t> </a:t>
            </a:r>
            <a:r>
              <a:rPr dirty="0" sz="1100" spc="60">
                <a:solidFill>
                  <a:srgbClr val="6A240C"/>
                </a:solidFill>
                <a:latin typeface="Cambria"/>
                <a:cs typeface="Cambria"/>
              </a:rPr>
              <a:t>&amp;</a:t>
            </a:r>
            <a:r>
              <a:rPr dirty="0" sz="1100" spc="75">
                <a:solidFill>
                  <a:srgbClr val="6A240C"/>
                </a:solidFill>
                <a:latin typeface="Cambria"/>
                <a:cs typeface="Cambria"/>
              </a:rPr>
              <a:t> </a:t>
            </a:r>
            <a:r>
              <a:rPr dirty="0" sz="1100" spc="85">
                <a:solidFill>
                  <a:srgbClr val="6A240C"/>
                </a:solidFill>
                <a:latin typeface="Cambria"/>
                <a:cs typeface="Cambria"/>
              </a:rPr>
              <a:t>ENGINEERING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3180">
              <a:lnSpc>
                <a:spcPts val="1255"/>
              </a:lnSpc>
            </a:pPr>
            <a:fld id="{81D60167-4931-47E6-BA6A-407CBD079E47}" type="slidenum">
              <a:rPr dirty="0" spc="-25"/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0308" rIns="0" bIns="0" rtlCol="0" vert="horz">
            <a:spAutoFit/>
          </a:bodyPr>
          <a:lstStyle/>
          <a:p>
            <a:pPr marL="743585">
              <a:lnSpc>
                <a:spcPct val="100000"/>
              </a:lnSpc>
              <a:spcBef>
                <a:spcPts val="140"/>
              </a:spcBef>
            </a:pPr>
            <a:r>
              <a:rPr dirty="0" sz="2200"/>
              <a:t>GEO</a:t>
            </a:r>
            <a:r>
              <a:rPr dirty="0" sz="2200" spc="100"/>
              <a:t> </a:t>
            </a:r>
            <a:r>
              <a:rPr dirty="0" sz="2200"/>
              <a:t>TAGGED</a:t>
            </a:r>
            <a:r>
              <a:rPr dirty="0" sz="2200" spc="105"/>
              <a:t> </a:t>
            </a:r>
            <a:r>
              <a:rPr dirty="0" sz="2200"/>
              <a:t>PHOTOS</a:t>
            </a:r>
            <a:r>
              <a:rPr dirty="0" sz="2200" spc="105"/>
              <a:t> </a:t>
            </a:r>
            <a:r>
              <a:rPr dirty="0" sz="2200"/>
              <a:t>,VIDEO</a:t>
            </a:r>
            <a:r>
              <a:rPr dirty="0" sz="2200" spc="110"/>
              <a:t> </a:t>
            </a:r>
            <a:r>
              <a:rPr dirty="0" sz="2200" spc="-20"/>
              <a:t>LINK</a:t>
            </a:r>
            <a:endParaRPr sz="22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6097" y="1808988"/>
            <a:ext cx="3458316" cy="270774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52748" y="1794700"/>
            <a:ext cx="3211029" cy="272195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53770" y="4819720"/>
            <a:ext cx="3846044" cy="2495416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55"/>
              </a:lnSpc>
            </a:pPr>
            <a:fld id="{81D60167-4931-47E6-BA6A-407CBD079E47}" type="slidenum">
              <a:rPr dirty="0" spc="-25"/>
              <a:t>16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53340" rIns="0" bIns="0" rtlCol="0" vert="horz">
            <a:spAutoFit/>
          </a:bodyPr>
          <a:lstStyle/>
          <a:p>
            <a:pPr marL="12700" marR="5080">
              <a:lnSpc>
                <a:spcPts val="2400"/>
              </a:lnSpc>
              <a:spcBef>
                <a:spcPts val="420"/>
              </a:spcBef>
            </a:pPr>
            <a:r>
              <a:rPr dirty="0" sz="2200"/>
              <a:t>AUTHENTICATED</a:t>
            </a:r>
            <a:r>
              <a:rPr dirty="0" sz="2200" spc="229"/>
              <a:t> </a:t>
            </a:r>
            <a:r>
              <a:rPr dirty="0" sz="2200"/>
              <a:t>SIGNATURES</a:t>
            </a:r>
            <a:r>
              <a:rPr dirty="0" sz="2200" spc="235"/>
              <a:t> </a:t>
            </a:r>
            <a:r>
              <a:rPr dirty="0" sz="2200" spc="-10"/>
              <a:t>PROOF </a:t>
            </a:r>
            <a:r>
              <a:rPr dirty="0" sz="2200"/>
              <a:t>AND</a:t>
            </a:r>
            <a:r>
              <a:rPr dirty="0" sz="2200" spc="50"/>
              <a:t> </a:t>
            </a:r>
            <a:r>
              <a:rPr dirty="0" sz="2200" spc="-10"/>
              <a:t>DETAIL.</a:t>
            </a:r>
            <a:endParaRPr sz="2200"/>
          </a:p>
        </p:txBody>
      </p:sp>
      <p:sp>
        <p:nvSpPr>
          <p:cNvPr id="3" name="object 3" descr=""/>
          <p:cNvSpPr txBox="1"/>
          <p:nvPr/>
        </p:nvSpPr>
        <p:spPr>
          <a:xfrm>
            <a:off x="4875005" y="6241996"/>
            <a:ext cx="1038225" cy="3181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900" spc="55">
                <a:latin typeface="Cambria"/>
                <a:cs typeface="Cambria"/>
              </a:rPr>
              <a:t>Sample.1</a:t>
            </a:r>
            <a:endParaRPr sz="1900">
              <a:latin typeface="Cambria"/>
              <a:cs typeface="Cambri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1097" y="2296610"/>
            <a:ext cx="2518600" cy="271818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73903" y="2298896"/>
            <a:ext cx="2005774" cy="2794442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91438" y="2404205"/>
            <a:ext cx="1649682" cy="2794444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14-</a:t>
            </a:r>
            <a:r>
              <a:rPr dirty="0" spc="95"/>
              <a:t>04-</a:t>
            </a:r>
            <a:r>
              <a:rPr dirty="0" spc="-20"/>
              <a:t>2026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17855">
              <a:lnSpc>
                <a:spcPts val="1150"/>
              </a:lnSpc>
            </a:pPr>
            <a:r>
              <a:rPr dirty="0" sz="1050" spc="85">
                <a:solidFill>
                  <a:srgbClr val="6A240A"/>
                </a:solidFill>
              </a:rPr>
              <a:t>BATCH</a:t>
            </a:r>
            <a:r>
              <a:rPr dirty="0" sz="1050" spc="65">
                <a:solidFill>
                  <a:srgbClr val="6A240A"/>
                </a:solidFill>
              </a:rPr>
              <a:t> </a:t>
            </a:r>
            <a:r>
              <a:rPr dirty="0" sz="1050" spc="-10">
                <a:solidFill>
                  <a:srgbClr val="6A240A"/>
                </a:solidFill>
              </a:rPr>
              <a:t>NO:227</a:t>
            </a:r>
            <a:endParaRPr sz="1050"/>
          </a:p>
        </p:txBody>
      </p:sp>
      <p:sp>
        <p:nvSpPr>
          <p:cNvPr id="9" name="object 9" descr=""/>
          <p:cNvSpPr txBox="1"/>
          <p:nvPr/>
        </p:nvSpPr>
        <p:spPr>
          <a:xfrm>
            <a:off x="1960816" y="6789908"/>
            <a:ext cx="3788410" cy="161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050" spc="85">
                <a:solidFill>
                  <a:srgbClr val="6A240A"/>
                </a:solidFill>
                <a:latin typeface="Cambria"/>
                <a:cs typeface="Cambria"/>
              </a:rPr>
              <a:t>DEPARTMENT</a:t>
            </a:r>
            <a:r>
              <a:rPr dirty="0" sz="1050" spc="60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75">
                <a:solidFill>
                  <a:srgbClr val="6A240A"/>
                </a:solidFill>
                <a:latin typeface="Cambria"/>
                <a:cs typeface="Cambria"/>
              </a:rPr>
              <a:t>OF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90">
                <a:solidFill>
                  <a:srgbClr val="6A240A"/>
                </a:solidFill>
                <a:latin typeface="Cambria"/>
                <a:cs typeface="Cambria"/>
              </a:rPr>
              <a:t>COMPUTER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95">
                <a:solidFill>
                  <a:srgbClr val="6A240A"/>
                </a:solidFill>
                <a:latin typeface="Cambria"/>
                <a:cs typeface="Cambria"/>
              </a:rPr>
              <a:t>SCIENCE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&amp; </a:t>
            </a:r>
            <a:r>
              <a:rPr dirty="0" sz="1050" spc="90">
                <a:solidFill>
                  <a:srgbClr val="6A240A"/>
                </a:solidFill>
                <a:latin typeface="Cambria"/>
                <a:cs typeface="Cambria"/>
              </a:rPr>
              <a:t>ENGINEERING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55"/>
              </a:lnSpc>
            </a:pPr>
            <a:fld id="{81D60167-4931-47E6-BA6A-407CBD079E47}" type="slidenum">
              <a:rPr dirty="0" spc="-25"/>
              <a:t>18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898525" marR="5080" indent="-81280">
              <a:lnSpc>
                <a:spcPts val="2700"/>
              </a:lnSpc>
              <a:spcBef>
                <a:spcPts val="500"/>
              </a:spcBef>
            </a:pPr>
            <a:r>
              <a:rPr dirty="0"/>
              <a:t>RECOMMENDATIONS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 spc="-10"/>
              <a:t>CONCLUSIONS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/>
              <a:t>SMART</a:t>
            </a:r>
            <a:r>
              <a:rPr dirty="0" spc="-20"/>
              <a:t> </a:t>
            </a:r>
            <a:r>
              <a:rPr dirty="0"/>
              <a:t>IRRIGATION</a:t>
            </a:r>
            <a:r>
              <a:rPr dirty="0" spc="-20"/>
              <a:t> </a:t>
            </a:r>
            <a:r>
              <a:rPr dirty="0" spc="-10"/>
              <a:t>SYSTEM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6189" y="1668754"/>
            <a:ext cx="76199" cy="7619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266135" y="1512989"/>
            <a:ext cx="2870835" cy="318516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2240"/>
              </a:lnSpc>
              <a:spcBef>
                <a:spcPts val="125"/>
              </a:spcBef>
            </a:pPr>
            <a:r>
              <a:rPr dirty="0" sz="2000" spc="-10" b="1">
                <a:latin typeface="Times New Roman"/>
                <a:cs typeface="Times New Roman"/>
              </a:rPr>
              <a:t>RECOMMENDATIONS:</a:t>
            </a:r>
            <a:endParaRPr sz="2000">
              <a:latin typeface="Times New Roman"/>
              <a:cs typeface="Times New Roman"/>
            </a:endParaRPr>
          </a:p>
          <a:p>
            <a:pPr marL="227965" indent="-203200">
              <a:lnSpc>
                <a:spcPts val="2225"/>
              </a:lnSpc>
              <a:buSzPct val="95238"/>
              <a:buAutoNum type="arabicPeriod"/>
              <a:tabLst>
                <a:tab pos="227965" algn="l"/>
              </a:tabLst>
            </a:pPr>
            <a:r>
              <a:rPr dirty="0" sz="2100">
                <a:latin typeface="Times New Roman"/>
                <a:cs typeface="Times New Roman"/>
              </a:rPr>
              <a:t>Uses</a:t>
            </a:r>
            <a:r>
              <a:rPr dirty="0" sz="2100" spc="20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of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IoT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and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spc="-25">
                <a:latin typeface="Times New Roman"/>
                <a:cs typeface="Times New Roman"/>
              </a:rPr>
              <a:t>AI</a:t>
            </a:r>
            <a:endParaRPr sz="2100">
              <a:latin typeface="Times New Roman"/>
              <a:cs typeface="Times New Roman"/>
            </a:endParaRPr>
          </a:p>
          <a:p>
            <a:pPr marL="295275" indent="-269240">
              <a:lnSpc>
                <a:spcPts val="2250"/>
              </a:lnSpc>
              <a:buSzPct val="95238"/>
              <a:buAutoNum type="arabicPeriod"/>
              <a:tabLst>
                <a:tab pos="295275" algn="l"/>
              </a:tabLst>
            </a:pPr>
            <a:r>
              <a:rPr dirty="0" sz="2100">
                <a:latin typeface="Times New Roman"/>
                <a:cs typeface="Times New Roman"/>
              </a:rPr>
              <a:t>Weather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Integration</a:t>
            </a:r>
            <a:endParaRPr sz="2100">
              <a:latin typeface="Times New Roman"/>
              <a:cs typeface="Times New Roman"/>
            </a:endParaRPr>
          </a:p>
          <a:p>
            <a:pPr marL="295275" indent="-269240">
              <a:lnSpc>
                <a:spcPts val="2250"/>
              </a:lnSpc>
              <a:buSzPct val="95238"/>
              <a:buAutoNum type="arabicPeriod"/>
              <a:tabLst>
                <a:tab pos="295275" algn="l"/>
              </a:tabLst>
            </a:pPr>
            <a:r>
              <a:rPr dirty="0" sz="2100">
                <a:latin typeface="Times New Roman"/>
                <a:cs typeface="Times New Roman"/>
              </a:rPr>
              <a:t>Soil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>
                <a:latin typeface="Times New Roman"/>
                <a:cs typeface="Times New Roman"/>
              </a:rPr>
              <a:t>Moisture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Sensors</a:t>
            </a:r>
            <a:endParaRPr sz="2100">
              <a:latin typeface="Times New Roman"/>
              <a:cs typeface="Times New Roman"/>
            </a:endParaRPr>
          </a:p>
          <a:p>
            <a:pPr marL="295275" indent="-269240">
              <a:lnSpc>
                <a:spcPts val="2250"/>
              </a:lnSpc>
              <a:buSzPct val="95238"/>
              <a:buAutoNum type="arabicPeriod"/>
              <a:tabLst>
                <a:tab pos="295275" algn="l"/>
              </a:tabLst>
            </a:pPr>
            <a:r>
              <a:rPr dirty="0" sz="2100">
                <a:latin typeface="Times New Roman"/>
                <a:cs typeface="Times New Roman"/>
              </a:rPr>
              <a:t>Automated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Control</a:t>
            </a:r>
            <a:endParaRPr sz="2100">
              <a:latin typeface="Times New Roman"/>
              <a:cs typeface="Times New Roman"/>
            </a:endParaRPr>
          </a:p>
          <a:p>
            <a:pPr marL="295275" indent="-269240">
              <a:lnSpc>
                <a:spcPts val="2250"/>
              </a:lnSpc>
              <a:buSzPct val="95238"/>
              <a:buAutoNum type="arabicPeriod"/>
              <a:tabLst>
                <a:tab pos="295275" algn="l"/>
              </a:tabLst>
            </a:pPr>
            <a:r>
              <a:rPr dirty="0" sz="2100">
                <a:latin typeface="Times New Roman"/>
                <a:cs typeface="Times New Roman"/>
              </a:rPr>
              <a:t>Mobile</a:t>
            </a:r>
            <a:r>
              <a:rPr dirty="0" sz="2100" spc="1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Monitoring</a:t>
            </a:r>
            <a:endParaRPr sz="2100">
              <a:latin typeface="Times New Roman"/>
              <a:cs typeface="Times New Roman"/>
            </a:endParaRPr>
          </a:p>
          <a:p>
            <a:pPr marL="295275" indent="-269240">
              <a:lnSpc>
                <a:spcPts val="2250"/>
              </a:lnSpc>
              <a:buSzPct val="95238"/>
              <a:buAutoNum type="arabicPeriod"/>
              <a:tabLst>
                <a:tab pos="295275" algn="l"/>
              </a:tabLst>
            </a:pPr>
            <a:r>
              <a:rPr dirty="0" sz="2100">
                <a:latin typeface="Times New Roman"/>
                <a:cs typeface="Times New Roman"/>
              </a:rPr>
              <a:t>Energy</a:t>
            </a:r>
            <a:r>
              <a:rPr dirty="0" sz="2100" spc="3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Efficiency</a:t>
            </a:r>
            <a:endParaRPr sz="2100">
              <a:latin typeface="Times New Roman"/>
              <a:cs typeface="Times New Roman"/>
            </a:endParaRPr>
          </a:p>
          <a:p>
            <a:pPr marL="26034" marR="233045" indent="269240">
              <a:lnSpc>
                <a:spcPts val="2250"/>
              </a:lnSpc>
              <a:spcBef>
                <a:spcPts val="165"/>
              </a:spcBef>
              <a:buSzPct val="95238"/>
              <a:buAutoNum type="arabicPeriod"/>
              <a:tabLst>
                <a:tab pos="295275" algn="l"/>
              </a:tabLst>
            </a:pPr>
            <a:r>
              <a:rPr dirty="0" sz="2100">
                <a:latin typeface="Times New Roman"/>
                <a:cs typeface="Times New Roman"/>
              </a:rPr>
              <a:t>Water</a:t>
            </a:r>
            <a:r>
              <a:rPr dirty="0" sz="2100" spc="1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Conservation </a:t>
            </a:r>
            <a:r>
              <a:rPr dirty="0" sz="2100">
                <a:latin typeface="Times New Roman"/>
                <a:cs typeface="Times New Roman"/>
              </a:rPr>
              <a:t>8.Cost-Benefit</a:t>
            </a:r>
            <a:r>
              <a:rPr dirty="0" sz="2100" spc="40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Analysis</a:t>
            </a:r>
            <a:endParaRPr sz="2100">
              <a:latin typeface="Times New Roman"/>
              <a:cs typeface="Times New Roman"/>
            </a:endParaRPr>
          </a:p>
          <a:p>
            <a:pPr marL="227965" indent="-203200">
              <a:lnSpc>
                <a:spcPts val="2085"/>
              </a:lnSpc>
              <a:buSzPct val="95238"/>
              <a:buAutoNum type="arabicPeriod" startAt="9"/>
              <a:tabLst>
                <a:tab pos="227965" algn="l"/>
              </a:tabLst>
            </a:pPr>
            <a:r>
              <a:rPr dirty="0" sz="2100">
                <a:latin typeface="Times New Roman"/>
                <a:cs typeface="Times New Roman"/>
              </a:rPr>
              <a:t>User</a:t>
            </a:r>
            <a:r>
              <a:rPr dirty="0" sz="2100" spc="25">
                <a:latin typeface="Times New Roman"/>
                <a:cs typeface="Times New Roman"/>
              </a:rPr>
              <a:t> </a:t>
            </a:r>
            <a:r>
              <a:rPr dirty="0" sz="2100" spc="-10">
                <a:latin typeface="Times New Roman"/>
                <a:cs typeface="Times New Roman"/>
              </a:rPr>
              <a:t>Training</a:t>
            </a:r>
            <a:endParaRPr sz="2100">
              <a:latin typeface="Times New Roman"/>
              <a:cs typeface="Times New Roman"/>
            </a:endParaRPr>
          </a:p>
          <a:p>
            <a:pPr marL="430530" indent="-404495">
              <a:lnSpc>
                <a:spcPts val="2385"/>
              </a:lnSpc>
              <a:buSzPct val="95238"/>
              <a:buAutoNum type="arabicPeriod" startAt="9"/>
              <a:tabLst>
                <a:tab pos="430530" algn="l"/>
              </a:tabLst>
            </a:pPr>
            <a:r>
              <a:rPr dirty="0" sz="2100" spc="-10">
                <a:latin typeface="Times New Roman"/>
                <a:cs typeface="Times New Roman"/>
              </a:rPr>
              <a:t>Scalability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14-</a:t>
            </a:r>
            <a:r>
              <a:rPr dirty="0" spc="95"/>
              <a:t>04-</a:t>
            </a:r>
            <a:r>
              <a:rPr dirty="0" spc="-20"/>
              <a:t>2026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17855">
              <a:lnSpc>
                <a:spcPts val="1150"/>
              </a:lnSpc>
            </a:pPr>
            <a:r>
              <a:rPr dirty="0" sz="1050" spc="85">
                <a:solidFill>
                  <a:srgbClr val="6A240A"/>
                </a:solidFill>
              </a:rPr>
              <a:t>BATCH</a:t>
            </a:r>
            <a:r>
              <a:rPr dirty="0" sz="1050" spc="65">
                <a:solidFill>
                  <a:srgbClr val="6A240A"/>
                </a:solidFill>
              </a:rPr>
              <a:t> </a:t>
            </a:r>
            <a:r>
              <a:rPr dirty="0" sz="1050" spc="-10">
                <a:solidFill>
                  <a:srgbClr val="6A240A"/>
                </a:solidFill>
              </a:rPr>
              <a:t>NO:227</a:t>
            </a:r>
            <a:endParaRPr sz="1050"/>
          </a:p>
        </p:txBody>
      </p:sp>
      <p:sp>
        <p:nvSpPr>
          <p:cNvPr id="7" name="object 7" descr=""/>
          <p:cNvSpPr txBox="1"/>
          <p:nvPr/>
        </p:nvSpPr>
        <p:spPr>
          <a:xfrm>
            <a:off x="1960816" y="6789908"/>
            <a:ext cx="3788410" cy="161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050" spc="85">
                <a:solidFill>
                  <a:srgbClr val="6A240A"/>
                </a:solidFill>
                <a:latin typeface="Cambria"/>
                <a:cs typeface="Cambria"/>
              </a:rPr>
              <a:t>DEPARTMENT</a:t>
            </a:r>
            <a:r>
              <a:rPr dirty="0" sz="1050" spc="60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75">
                <a:solidFill>
                  <a:srgbClr val="6A240A"/>
                </a:solidFill>
                <a:latin typeface="Cambria"/>
                <a:cs typeface="Cambria"/>
              </a:rPr>
              <a:t>OF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90">
                <a:solidFill>
                  <a:srgbClr val="6A240A"/>
                </a:solidFill>
                <a:latin typeface="Cambria"/>
                <a:cs typeface="Cambria"/>
              </a:rPr>
              <a:t>COMPUTER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95">
                <a:solidFill>
                  <a:srgbClr val="6A240A"/>
                </a:solidFill>
                <a:latin typeface="Cambria"/>
                <a:cs typeface="Cambria"/>
              </a:rPr>
              <a:t>SCIENCE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&amp; </a:t>
            </a:r>
            <a:r>
              <a:rPr dirty="0" sz="1050" spc="90">
                <a:solidFill>
                  <a:srgbClr val="6A240A"/>
                </a:solidFill>
                <a:latin typeface="Cambria"/>
                <a:cs typeface="Cambria"/>
              </a:rPr>
              <a:t>ENGINEERING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55"/>
              </a:lnSpc>
            </a:pPr>
            <a:fld id="{81D60167-4931-47E6-BA6A-407CBD079E47}" type="slidenum">
              <a:rPr dirty="0" spc="-25"/>
              <a:t>18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1009015" marR="5080" indent="-81280">
              <a:lnSpc>
                <a:spcPts val="2700"/>
              </a:lnSpc>
              <a:spcBef>
                <a:spcPts val="500"/>
              </a:spcBef>
            </a:pPr>
            <a:r>
              <a:rPr dirty="0"/>
              <a:t>RECOMMENDATIONS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 spc="-10"/>
              <a:t>CONCLUSIONS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/>
              <a:t>SMART</a:t>
            </a:r>
            <a:r>
              <a:rPr dirty="0" spc="-20"/>
              <a:t> </a:t>
            </a:r>
            <a:r>
              <a:rPr dirty="0"/>
              <a:t>IRRIGATION</a:t>
            </a:r>
            <a:r>
              <a:rPr dirty="0" spc="-20"/>
              <a:t> </a:t>
            </a:r>
            <a:r>
              <a:rPr dirty="0" spc="-10"/>
              <a:t>SYSTEM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9622" y="1895630"/>
            <a:ext cx="76199" cy="76199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42240">
              <a:lnSpc>
                <a:spcPct val="100000"/>
              </a:lnSpc>
              <a:spcBef>
                <a:spcPts val="125"/>
              </a:spcBef>
            </a:pPr>
            <a:r>
              <a:rPr dirty="0" spc="-10"/>
              <a:t>CONCLUSION:</a:t>
            </a:r>
          </a:p>
          <a:p>
            <a:pPr marL="214629" indent="-203200">
              <a:lnSpc>
                <a:spcPts val="2385"/>
              </a:lnSpc>
              <a:spcBef>
                <a:spcPts val="2275"/>
              </a:spcBef>
              <a:buSzPct val="95238"/>
              <a:buAutoNum type="arabicPeriod"/>
              <a:tabLst>
                <a:tab pos="214629" algn="l"/>
              </a:tabLst>
            </a:pPr>
            <a:r>
              <a:rPr dirty="0" sz="2100" b="0">
                <a:latin typeface="Times New Roman"/>
                <a:cs typeface="Times New Roman"/>
              </a:rPr>
              <a:t>Improved</a:t>
            </a:r>
            <a:r>
              <a:rPr dirty="0" sz="2100" spc="25" b="0">
                <a:latin typeface="Times New Roman"/>
                <a:cs typeface="Times New Roman"/>
              </a:rPr>
              <a:t> </a:t>
            </a:r>
            <a:r>
              <a:rPr dirty="0" sz="2100" b="0">
                <a:latin typeface="Times New Roman"/>
                <a:cs typeface="Times New Roman"/>
              </a:rPr>
              <a:t>Water</a:t>
            </a:r>
            <a:r>
              <a:rPr dirty="0" sz="2100" spc="25" b="0">
                <a:latin typeface="Times New Roman"/>
                <a:cs typeface="Times New Roman"/>
              </a:rPr>
              <a:t> </a:t>
            </a:r>
            <a:r>
              <a:rPr dirty="0" sz="2100" spc="-10" b="0">
                <a:latin typeface="Times New Roman"/>
                <a:cs typeface="Times New Roman"/>
              </a:rPr>
              <a:t>Efficiency</a:t>
            </a:r>
            <a:endParaRPr sz="2100">
              <a:latin typeface="Times New Roman"/>
              <a:cs typeface="Times New Roman"/>
            </a:endParaRPr>
          </a:p>
          <a:p>
            <a:pPr marL="281940" indent="-269240">
              <a:lnSpc>
                <a:spcPts val="2250"/>
              </a:lnSpc>
              <a:buSzPct val="95238"/>
              <a:buAutoNum type="arabicPeriod"/>
              <a:tabLst>
                <a:tab pos="281940" algn="l"/>
              </a:tabLst>
            </a:pPr>
            <a:r>
              <a:rPr dirty="0" sz="2100" b="0">
                <a:latin typeface="Times New Roman"/>
                <a:cs typeface="Times New Roman"/>
              </a:rPr>
              <a:t>Enhanced</a:t>
            </a:r>
            <a:r>
              <a:rPr dirty="0" sz="2100" spc="20" b="0">
                <a:latin typeface="Times New Roman"/>
                <a:cs typeface="Times New Roman"/>
              </a:rPr>
              <a:t> </a:t>
            </a:r>
            <a:r>
              <a:rPr dirty="0" sz="2100" b="0">
                <a:latin typeface="Times New Roman"/>
                <a:cs typeface="Times New Roman"/>
              </a:rPr>
              <a:t>Crop</a:t>
            </a:r>
            <a:r>
              <a:rPr dirty="0" sz="2100" spc="20" b="0">
                <a:latin typeface="Times New Roman"/>
                <a:cs typeface="Times New Roman"/>
              </a:rPr>
              <a:t> </a:t>
            </a:r>
            <a:r>
              <a:rPr dirty="0" sz="2100" b="0">
                <a:latin typeface="Times New Roman"/>
                <a:cs typeface="Times New Roman"/>
              </a:rPr>
              <a:t>Yield</a:t>
            </a:r>
            <a:r>
              <a:rPr dirty="0" sz="2100" spc="20" b="0">
                <a:latin typeface="Times New Roman"/>
                <a:cs typeface="Times New Roman"/>
              </a:rPr>
              <a:t> </a:t>
            </a:r>
            <a:r>
              <a:rPr dirty="0" sz="2100" b="0">
                <a:latin typeface="Times New Roman"/>
                <a:cs typeface="Times New Roman"/>
              </a:rPr>
              <a:t>and</a:t>
            </a:r>
            <a:r>
              <a:rPr dirty="0" sz="2100" spc="20" b="0">
                <a:latin typeface="Times New Roman"/>
                <a:cs typeface="Times New Roman"/>
              </a:rPr>
              <a:t> </a:t>
            </a:r>
            <a:r>
              <a:rPr dirty="0" sz="2100" spc="-10" b="0">
                <a:latin typeface="Times New Roman"/>
                <a:cs typeface="Times New Roman"/>
              </a:rPr>
              <a:t>Quality</a:t>
            </a:r>
            <a:endParaRPr sz="2100">
              <a:latin typeface="Times New Roman"/>
              <a:cs typeface="Times New Roman"/>
            </a:endParaRPr>
          </a:p>
          <a:p>
            <a:pPr marL="281940" indent="-269240">
              <a:lnSpc>
                <a:spcPts val="2250"/>
              </a:lnSpc>
              <a:buSzPct val="95238"/>
              <a:buAutoNum type="arabicPeriod"/>
              <a:tabLst>
                <a:tab pos="281940" algn="l"/>
              </a:tabLst>
            </a:pPr>
            <a:r>
              <a:rPr dirty="0" sz="2100" b="0">
                <a:latin typeface="Times New Roman"/>
                <a:cs typeface="Times New Roman"/>
              </a:rPr>
              <a:t>Automation</a:t>
            </a:r>
            <a:r>
              <a:rPr dirty="0" sz="2100" spc="25" b="0">
                <a:latin typeface="Times New Roman"/>
                <a:cs typeface="Times New Roman"/>
              </a:rPr>
              <a:t> </a:t>
            </a:r>
            <a:r>
              <a:rPr dirty="0" sz="2100" b="0">
                <a:latin typeface="Times New Roman"/>
                <a:cs typeface="Times New Roman"/>
              </a:rPr>
              <a:t>and</a:t>
            </a:r>
            <a:r>
              <a:rPr dirty="0" sz="2100" spc="25" b="0">
                <a:latin typeface="Times New Roman"/>
                <a:cs typeface="Times New Roman"/>
              </a:rPr>
              <a:t> </a:t>
            </a:r>
            <a:r>
              <a:rPr dirty="0" sz="2100" b="0">
                <a:latin typeface="Times New Roman"/>
                <a:cs typeface="Times New Roman"/>
              </a:rPr>
              <a:t>Labor</a:t>
            </a:r>
            <a:r>
              <a:rPr dirty="0" sz="2100" spc="25" b="0">
                <a:latin typeface="Times New Roman"/>
                <a:cs typeface="Times New Roman"/>
              </a:rPr>
              <a:t> </a:t>
            </a:r>
            <a:r>
              <a:rPr dirty="0" sz="2100" spc="-10" b="0">
                <a:latin typeface="Times New Roman"/>
                <a:cs typeface="Times New Roman"/>
              </a:rPr>
              <a:t>Reduction</a:t>
            </a:r>
            <a:endParaRPr sz="2100">
              <a:latin typeface="Times New Roman"/>
              <a:cs typeface="Times New Roman"/>
            </a:endParaRPr>
          </a:p>
          <a:p>
            <a:pPr marL="281940" indent="-269240">
              <a:lnSpc>
                <a:spcPts val="2250"/>
              </a:lnSpc>
              <a:buSzPct val="95238"/>
              <a:buAutoNum type="arabicPeriod"/>
              <a:tabLst>
                <a:tab pos="281940" algn="l"/>
              </a:tabLst>
            </a:pPr>
            <a:r>
              <a:rPr dirty="0" sz="2100" b="0">
                <a:latin typeface="Times New Roman"/>
                <a:cs typeface="Times New Roman"/>
              </a:rPr>
              <a:t>Energy</a:t>
            </a:r>
            <a:r>
              <a:rPr dirty="0" sz="2100" spc="25" b="0">
                <a:latin typeface="Times New Roman"/>
                <a:cs typeface="Times New Roman"/>
              </a:rPr>
              <a:t> </a:t>
            </a:r>
            <a:r>
              <a:rPr dirty="0" sz="2100" b="0">
                <a:latin typeface="Times New Roman"/>
                <a:cs typeface="Times New Roman"/>
              </a:rPr>
              <a:t>and</a:t>
            </a:r>
            <a:r>
              <a:rPr dirty="0" sz="2100" spc="25" b="0">
                <a:latin typeface="Times New Roman"/>
                <a:cs typeface="Times New Roman"/>
              </a:rPr>
              <a:t> </a:t>
            </a:r>
            <a:r>
              <a:rPr dirty="0" sz="2100" b="0">
                <a:latin typeface="Times New Roman"/>
                <a:cs typeface="Times New Roman"/>
              </a:rPr>
              <a:t>Cost</a:t>
            </a:r>
            <a:r>
              <a:rPr dirty="0" sz="2100" spc="25" b="0">
                <a:latin typeface="Times New Roman"/>
                <a:cs typeface="Times New Roman"/>
              </a:rPr>
              <a:t> </a:t>
            </a:r>
            <a:r>
              <a:rPr dirty="0" sz="2100" spc="-10" b="0">
                <a:latin typeface="Times New Roman"/>
                <a:cs typeface="Times New Roman"/>
              </a:rPr>
              <a:t>Savings</a:t>
            </a:r>
            <a:endParaRPr sz="2100">
              <a:latin typeface="Times New Roman"/>
              <a:cs typeface="Times New Roman"/>
            </a:endParaRPr>
          </a:p>
          <a:p>
            <a:pPr marL="281940" indent="-269240">
              <a:lnSpc>
                <a:spcPts val="2250"/>
              </a:lnSpc>
              <a:buSzPct val="95238"/>
              <a:buAutoNum type="arabicPeriod"/>
              <a:tabLst>
                <a:tab pos="281940" algn="l"/>
              </a:tabLst>
            </a:pPr>
            <a:r>
              <a:rPr dirty="0" sz="2100" b="0">
                <a:latin typeface="Times New Roman"/>
                <a:cs typeface="Times New Roman"/>
              </a:rPr>
              <a:t>Environmental</a:t>
            </a:r>
            <a:r>
              <a:rPr dirty="0" sz="2100" spc="30" b="0">
                <a:latin typeface="Times New Roman"/>
                <a:cs typeface="Times New Roman"/>
              </a:rPr>
              <a:t> </a:t>
            </a:r>
            <a:r>
              <a:rPr dirty="0" sz="2100" spc="-10" b="0">
                <a:latin typeface="Times New Roman"/>
                <a:cs typeface="Times New Roman"/>
              </a:rPr>
              <a:t>Sustainability</a:t>
            </a:r>
            <a:endParaRPr sz="2100">
              <a:latin typeface="Times New Roman"/>
              <a:cs typeface="Times New Roman"/>
            </a:endParaRPr>
          </a:p>
          <a:p>
            <a:pPr marL="281940" indent="-269240">
              <a:lnSpc>
                <a:spcPts val="2250"/>
              </a:lnSpc>
              <a:buSzPct val="95238"/>
              <a:buAutoNum type="arabicPeriod"/>
              <a:tabLst>
                <a:tab pos="281940" algn="l"/>
              </a:tabLst>
            </a:pPr>
            <a:r>
              <a:rPr dirty="0" sz="2100" b="0">
                <a:latin typeface="Times New Roman"/>
                <a:cs typeface="Times New Roman"/>
              </a:rPr>
              <a:t>Integration</a:t>
            </a:r>
            <a:r>
              <a:rPr dirty="0" sz="2100" spc="15" b="0">
                <a:latin typeface="Times New Roman"/>
                <a:cs typeface="Times New Roman"/>
              </a:rPr>
              <a:t> </a:t>
            </a:r>
            <a:r>
              <a:rPr dirty="0" sz="2100" b="0">
                <a:latin typeface="Times New Roman"/>
                <a:cs typeface="Times New Roman"/>
              </a:rPr>
              <a:t>with</a:t>
            </a:r>
            <a:r>
              <a:rPr dirty="0" sz="2100" spc="15" b="0">
                <a:latin typeface="Times New Roman"/>
                <a:cs typeface="Times New Roman"/>
              </a:rPr>
              <a:t> </a:t>
            </a:r>
            <a:r>
              <a:rPr dirty="0" sz="2100" b="0">
                <a:latin typeface="Times New Roman"/>
                <a:cs typeface="Times New Roman"/>
              </a:rPr>
              <a:t>IoT</a:t>
            </a:r>
            <a:r>
              <a:rPr dirty="0" sz="2100" spc="20" b="0">
                <a:latin typeface="Times New Roman"/>
                <a:cs typeface="Times New Roman"/>
              </a:rPr>
              <a:t> </a:t>
            </a:r>
            <a:r>
              <a:rPr dirty="0" sz="2100" b="0">
                <a:latin typeface="Times New Roman"/>
                <a:cs typeface="Times New Roman"/>
              </a:rPr>
              <a:t>and</a:t>
            </a:r>
            <a:r>
              <a:rPr dirty="0" sz="2100" spc="15" b="0">
                <a:latin typeface="Times New Roman"/>
                <a:cs typeface="Times New Roman"/>
              </a:rPr>
              <a:t> </a:t>
            </a:r>
            <a:r>
              <a:rPr dirty="0" sz="2100" spc="-25" b="0">
                <a:latin typeface="Times New Roman"/>
                <a:cs typeface="Times New Roman"/>
              </a:rPr>
              <a:t>AI</a:t>
            </a:r>
            <a:endParaRPr sz="2100">
              <a:latin typeface="Times New Roman"/>
              <a:cs typeface="Times New Roman"/>
            </a:endParaRPr>
          </a:p>
          <a:p>
            <a:pPr marL="281940" indent="-269240">
              <a:lnSpc>
                <a:spcPts val="2250"/>
              </a:lnSpc>
              <a:buSzPct val="95238"/>
              <a:buAutoNum type="arabicPeriod"/>
              <a:tabLst>
                <a:tab pos="281940" algn="l"/>
              </a:tabLst>
            </a:pPr>
            <a:r>
              <a:rPr dirty="0" sz="2100" b="0">
                <a:latin typeface="Times New Roman"/>
                <a:cs typeface="Times New Roman"/>
              </a:rPr>
              <a:t>Scalability</a:t>
            </a:r>
            <a:r>
              <a:rPr dirty="0" sz="2100" spc="5" b="0">
                <a:latin typeface="Times New Roman"/>
                <a:cs typeface="Times New Roman"/>
              </a:rPr>
              <a:t> </a:t>
            </a:r>
            <a:r>
              <a:rPr dirty="0" sz="2100" b="0">
                <a:latin typeface="Times New Roman"/>
                <a:cs typeface="Times New Roman"/>
              </a:rPr>
              <a:t>and</a:t>
            </a:r>
            <a:r>
              <a:rPr dirty="0" sz="2100" spc="10" b="0">
                <a:latin typeface="Times New Roman"/>
                <a:cs typeface="Times New Roman"/>
              </a:rPr>
              <a:t> </a:t>
            </a:r>
            <a:r>
              <a:rPr dirty="0" sz="2100" spc="-10" b="0">
                <a:latin typeface="Times New Roman"/>
                <a:cs typeface="Times New Roman"/>
              </a:rPr>
              <a:t>Adaptability</a:t>
            </a:r>
            <a:endParaRPr sz="2100">
              <a:latin typeface="Times New Roman"/>
              <a:cs typeface="Times New Roman"/>
            </a:endParaRPr>
          </a:p>
          <a:p>
            <a:pPr marL="281940" indent="-269240">
              <a:lnSpc>
                <a:spcPts val="2385"/>
              </a:lnSpc>
              <a:buSzPct val="95238"/>
              <a:buAutoNum type="arabicPeriod"/>
              <a:tabLst>
                <a:tab pos="281940" algn="l"/>
              </a:tabLst>
            </a:pPr>
            <a:r>
              <a:rPr dirty="0" sz="2100" b="0">
                <a:latin typeface="Times New Roman"/>
                <a:cs typeface="Times New Roman"/>
              </a:rPr>
              <a:t>Climate</a:t>
            </a:r>
            <a:r>
              <a:rPr dirty="0" sz="2100" spc="5" b="0">
                <a:latin typeface="Times New Roman"/>
                <a:cs typeface="Times New Roman"/>
              </a:rPr>
              <a:t> </a:t>
            </a:r>
            <a:r>
              <a:rPr dirty="0" sz="2100" spc="-10" b="0">
                <a:latin typeface="Times New Roman"/>
                <a:cs typeface="Times New Roman"/>
              </a:rPr>
              <a:t>Resilience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46100">
              <a:lnSpc>
                <a:spcPts val="1205"/>
              </a:lnSpc>
            </a:pPr>
            <a:r>
              <a:rPr dirty="0" spc="85"/>
              <a:t>BATCH</a:t>
            </a:r>
            <a:r>
              <a:rPr dirty="0" spc="80"/>
              <a:t> </a:t>
            </a:r>
            <a:r>
              <a:rPr dirty="0" spc="-10"/>
              <a:t>NO:227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1982044" y="6771816"/>
            <a:ext cx="3975100" cy="167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05"/>
              </a:lnSpc>
            </a:pPr>
            <a:r>
              <a:rPr dirty="0" sz="1100" spc="85">
                <a:solidFill>
                  <a:srgbClr val="6A240C"/>
                </a:solidFill>
                <a:latin typeface="Cambria"/>
                <a:cs typeface="Cambria"/>
              </a:rPr>
              <a:t>DEPARTMENT</a:t>
            </a:r>
            <a:r>
              <a:rPr dirty="0" sz="1100" spc="75">
                <a:solidFill>
                  <a:srgbClr val="6A240C"/>
                </a:solidFill>
                <a:latin typeface="Cambria"/>
                <a:cs typeface="Cambria"/>
              </a:rPr>
              <a:t> </a:t>
            </a:r>
            <a:r>
              <a:rPr dirty="0" sz="1100" spc="85">
                <a:solidFill>
                  <a:srgbClr val="6A240C"/>
                </a:solidFill>
                <a:latin typeface="Cambria"/>
                <a:cs typeface="Cambria"/>
              </a:rPr>
              <a:t>OF</a:t>
            </a:r>
            <a:r>
              <a:rPr dirty="0" sz="1100" spc="75">
                <a:solidFill>
                  <a:srgbClr val="6A240C"/>
                </a:solidFill>
                <a:latin typeface="Cambria"/>
                <a:cs typeface="Cambria"/>
              </a:rPr>
              <a:t> </a:t>
            </a:r>
            <a:r>
              <a:rPr dirty="0" sz="1100" spc="90">
                <a:solidFill>
                  <a:srgbClr val="6A240C"/>
                </a:solidFill>
                <a:latin typeface="Cambria"/>
                <a:cs typeface="Cambria"/>
              </a:rPr>
              <a:t>COMPUTER</a:t>
            </a:r>
            <a:r>
              <a:rPr dirty="0" sz="1100" spc="75">
                <a:solidFill>
                  <a:srgbClr val="6A240C"/>
                </a:solidFill>
                <a:latin typeface="Cambria"/>
                <a:cs typeface="Cambria"/>
              </a:rPr>
              <a:t> </a:t>
            </a:r>
            <a:r>
              <a:rPr dirty="0" sz="1100" spc="90">
                <a:solidFill>
                  <a:srgbClr val="6A240C"/>
                </a:solidFill>
                <a:latin typeface="Cambria"/>
                <a:cs typeface="Cambria"/>
              </a:rPr>
              <a:t>SCIENCE</a:t>
            </a:r>
            <a:r>
              <a:rPr dirty="0" sz="1100" spc="75">
                <a:solidFill>
                  <a:srgbClr val="6A240C"/>
                </a:solidFill>
                <a:latin typeface="Cambria"/>
                <a:cs typeface="Cambria"/>
              </a:rPr>
              <a:t> </a:t>
            </a:r>
            <a:r>
              <a:rPr dirty="0" sz="1100" spc="60">
                <a:solidFill>
                  <a:srgbClr val="6A240C"/>
                </a:solidFill>
                <a:latin typeface="Cambria"/>
                <a:cs typeface="Cambria"/>
              </a:rPr>
              <a:t>&amp;</a:t>
            </a:r>
            <a:r>
              <a:rPr dirty="0" sz="1100" spc="75">
                <a:solidFill>
                  <a:srgbClr val="6A240C"/>
                </a:solidFill>
                <a:latin typeface="Cambria"/>
                <a:cs typeface="Cambria"/>
              </a:rPr>
              <a:t> </a:t>
            </a:r>
            <a:r>
              <a:rPr dirty="0" sz="1100" spc="85">
                <a:solidFill>
                  <a:srgbClr val="6A240C"/>
                </a:solidFill>
                <a:latin typeface="Cambria"/>
                <a:cs typeface="Cambria"/>
              </a:rPr>
              <a:t>ENGINEERING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55"/>
              </a:lnSpc>
            </a:pPr>
            <a:fld id="{81D60167-4931-47E6-BA6A-407CBD079E47}" type="slidenum">
              <a:rPr dirty="0" spc="-25"/>
              <a:t>19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8701" rIns="0" bIns="0" rtlCol="0" vert="horz">
            <a:spAutoFit/>
          </a:bodyPr>
          <a:lstStyle/>
          <a:p>
            <a:pPr marL="743585">
              <a:lnSpc>
                <a:spcPct val="100000"/>
              </a:lnSpc>
              <a:spcBef>
                <a:spcPts val="110"/>
              </a:spcBef>
            </a:pPr>
            <a:r>
              <a:rPr dirty="0"/>
              <a:t>PLAGIARISM</a:t>
            </a:r>
            <a:r>
              <a:rPr dirty="0" spc="-55"/>
              <a:t> </a:t>
            </a:r>
            <a:r>
              <a:rPr dirty="0" spc="-10"/>
              <a:t>REPORT.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3205" y="1735874"/>
            <a:ext cx="4121639" cy="4854587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14-</a:t>
            </a:r>
            <a:r>
              <a:rPr dirty="0" spc="95"/>
              <a:t>04-</a:t>
            </a:r>
            <a:r>
              <a:rPr dirty="0" spc="-20"/>
              <a:t>2026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760815" y="6789908"/>
            <a:ext cx="4893310" cy="161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116965" algn="l"/>
              </a:tabLst>
            </a:pPr>
            <a:r>
              <a:rPr dirty="0" sz="1050" spc="85">
                <a:solidFill>
                  <a:srgbClr val="6A240A"/>
                </a:solidFill>
                <a:latin typeface="Cambria"/>
                <a:cs typeface="Cambria"/>
              </a:rPr>
              <a:t>BATCH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-10">
                <a:solidFill>
                  <a:srgbClr val="6A240A"/>
                </a:solidFill>
                <a:latin typeface="Cambria"/>
                <a:cs typeface="Cambria"/>
              </a:rPr>
              <a:t>NO:227</a:t>
            </a:r>
            <a:r>
              <a:rPr dirty="0" sz="1050">
                <a:solidFill>
                  <a:srgbClr val="6A240A"/>
                </a:solidFill>
                <a:latin typeface="Cambria"/>
                <a:cs typeface="Cambria"/>
              </a:rPr>
              <a:t>	</a:t>
            </a:r>
            <a:r>
              <a:rPr dirty="0" sz="1050" spc="85">
                <a:solidFill>
                  <a:srgbClr val="6A240A"/>
                </a:solidFill>
                <a:latin typeface="Cambria"/>
                <a:cs typeface="Cambria"/>
              </a:rPr>
              <a:t>DEPARTMENT</a:t>
            </a:r>
            <a:r>
              <a:rPr dirty="0" sz="1050" spc="60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75">
                <a:solidFill>
                  <a:srgbClr val="6A240A"/>
                </a:solidFill>
                <a:latin typeface="Cambria"/>
                <a:cs typeface="Cambria"/>
              </a:rPr>
              <a:t>OF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90">
                <a:solidFill>
                  <a:srgbClr val="6A240A"/>
                </a:solidFill>
                <a:latin typeface="Cambria"/>
                <a:cs typeface="Cambria"/>
              </a:rPr>
              <a:t>COMPUTER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95">
                <a:solidFill>
                  <a:srgbClr val="6A240A"/>
                </a:solidFill>
                <a:latin typeface="Cambria"/>
                <a:cs typeface="Cambria"/>
              </a:rPr>
              <a:t>SCIENCE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&amp; </a:t>
            </a:r>
            <a:r>
              <a:rPr dirty="0" sz="1050" spc="90">
                <a:solidFill>
                  <a:srgbClr val="6A240A"/>
                </a:solidFill>
                <a:latin typeface="Cambria"/>
                <a:cs typeface="Cambria"/>
              </a:rPr>
              <a:t>ENGINEERING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4765">
              <a:lnSpc>
                <a:spcPts val="1255"/>
              </a:lnSpc>
            </a:pPr>
            <a:fld id="{81D60167-4931-47E6-BA6A-407CBD079E47}" type="slidenum">
              <a:rPr dirty="0" cap="small" spc="-25"/>
              <a:t>20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8197" y="2206780"/>
            <a:ext cx="7077709" cy="145605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350" b="0">
                <a:solidFill>
                  <a:srgbClr val="000000"/>
                </a:solidFill>
                <a:latin typeface="Times New Roman"/>
                <a:cs typeface="Times New Roman"/>
              </a:rPr>
              <a:t>THANK</a:t>
            </a:r>
            <a:r>
              <a:rPr dirty="0" sz="9350" spc="-1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9350" spc="-25" b="0">
                <a:solidFill>
                  <a:srgbClr val="000000"/>
                </a:solidFill>
                <a:latin typeface="Times New Roman"/>
                <a:cs typeface="Times New Roman"/>
              </a:rPr>
              <a:t>YOU</a:t>
            </a:r>
            <a:endParaRPr sz="93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/>
              <a:t>14-</a:t>
            </a:r>
            <a:r>
              <a:rPr dirty="0" spc="95"/>
              <a:t>04-</a:t>
            </a:r>
            <a:r>
              <a:rPr dirty="0" spc="-20"/>
              <a:t>2026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60815" y="6789908"/>
            <a:ext cx="4893310" cy="1612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  <a:tabLst>
                <a:tab pos="1116965" algn="l"/>
              </a:tabLst>
            </a:pPr>
            <a:r>
              <a:rPr dirty="0" sz="1050" spc="85">
                <a:solidFill>
                  <a:srgbClr val="6A240A"/>
                </a:solidFill>
                <a:latin typeface="Cambria"/>
                <a:cs typeface="Cambria"/>
              </a:rPr>
              <a:t>BATCH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-10">
                <a:solidFill>
                  <a:srgbClr val="6A240A"/>
                </a:solidFill>
                <a:latin typeface="Cambria"/>
                <a:cs typeface="Cambria"/>
              </a:rPr>
              <a:t>NO:227</a:t>
            </a:r>
            <a:r>
              <a:rPr dirty="0" sz="1050">
                <a:solidFill>
                  <a:srgbClr val="6A240A"/>
                </a:solidFill>
                <a:latin typeface="Cambria"/>
                <a:cs typeface="Cambria"/>
              </a:rPr>
              <a:t>	</a:t>
            </a:r>
            <a:r>
              <a:rPr dirty="0" sz="1050" spc="85">
                <a:solidFill>
                  <a:srgbClr val="6A240A"/>
                </a:solidFill>
                <a:latin typeface="Cambria"/>
                <a:cs typeface="Cambria"/>
              </a:rPr>
              <a:t>DEPARTMENT</a:t>
            </a:r>
            <a:r>
              <a:rPr dirty="0" sz="1050" spc="60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75">
                <a:solidFill>
                  <a:srgbClr val="6A240A"/>
                </a:solidFill>
                <a:latin typeface="Cambria"/>
                <a:cs typeface="Cambria"/>
              </a:rPr>
              <a:t>OF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90">
                <a:solidFill>
                  <a:srgbClr val="6A240A"/>
                </a:solidFill>
                <a:latin typeface="Cambria"/>
                <a:cs typeface="Cambria"/>
              </a:rPr>
              <a:t>COMPUTER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</a:t>
            </a:r>
            <a:r>
              <a:rPr dirty="0" sz="1050" spc="95">
                <a:solidFill>
                  <a:srgbClr val="6A240A"/>
                </a:solidFill>
                <a:latin typeface="Cambria"/>
                <a:cs typeface="Cambria"/>
              </a:rPr>
              <a:t>SCIENCE</a:t>
            </a:r>
            <a:r>
              <a:rPr dirty="0" sz="1050" spc="65">
                <a:solidFill>
                  <a:srgbClr val="6A240A"/>
                </a:solidFill>
                <a:latin typeface="Cambria"/>
                <a:cs typeface="Cambria"/>
              </a:rPr>
              <a:t> &amp; </a:t>
            </a:r>
            <a:r>
              <a:rPr dirty="0" sz="1050" spc="90">
                <a:solidFill>
                  <a:srgbClr val="6A240A"/>
                </a:solidFill>
                <a:latin typeface="Cambria"/>
                <a:cs typeface="Cambria"/>
              </a:rPr>
              <a:t>ENGINEERING</a:t>
            </a:r>
            <a:endParaRPr sz="105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4765">
              <a:lnSpc>
                <a:spcPts val="1255"/>
              </a:lnSpc>
            </a:pPr>
            <a:fld id="{81D60167-4931-47E6-BA6A-407CBD079E47}" type="slidenum">
              <a:rPr dirty="0" cap="small" spc="-25"/>
              <a:t>20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Vijay Kumar</dc:creator>
  <cp:keywords>DAHG1cTKhQ0,BAGXLvauUoQ,0</cp:keywords>
  <dc:title>review_2_PPT[1]  - csp.pptx</dc:title>
  <dcterms:created xsi:type="dcterms:W3CDTF">2026-04-14T18:10:01Z</dcterms:created>
  <dcterms:modified xsi:type="dcterms:W3CDTF">2026-04-14T18:10:01Z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2026-04-14T00:00:00Z</vt:filetime>
  </property>
  <property fmtid="{D5CDD505-2E9C-101B-9397-08002B2CF9AE}" pid="3" name="Creator">
    <vt:lpwstr>Canva</vt:lpwstr>
  </property>
  <property fmtid="{D5CDD505-2E9C-101B-9397-08002B2CF9AE}" pid="4" name="LastSaved">
    <vt:filetime>2026-04-14T00:00:00Z</vt:filetime>
  </property>
  <property fmtid="{D5CDD505-2E9C-101B-9397-08002B2CF9AE}" pid="5" name="Producer">
    <vt:lpwstr>Canva</vt:lpwstr>
  </property>
</Properties>
</file>